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第六章 特种文献资源的检索 · 第三至第五节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12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特种文献检索（二）：专利、标准及其他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教材位置：第六章 第三至第五节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导入问题：药品研发前为何必须查专利？检验方法依据什么标准？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本讲对象：专利文献、标准文献、科技报告、政府出版物、产品资料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主线：文献类型—概念与特点—国内资源—国外资源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理解专利文献与标准文献的类型和特点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掌握国内外专利、标准文献检索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了解科技报告、政府出版物和产品资料的检索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重点一：国内外专利文献数据库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重点二：国内外标准文献数据库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重点三：科技报告、政府出版物、产品资料检索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难点一：专利文献不同类型与检索平台的对应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难点二：多类特种文献检索资源的辨析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一、专利文献的检索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第六章 第三节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4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专利与专利文献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专利（patent）：获得专利权的发明创造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专利权：国家专利主管机关授予申请人在一定时间内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享有的不准他人任意制造、使用、销售其专利产品的方法的权利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授权条件：新颖性、创造性、实用性（三性）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专利文献（patent document）：记录发明创造信息的文件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包括专利说明书、专利公报、专利索引、专利文摘、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专利分类表、专利数据库等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专利说明书是核心内容，检索的最终目标是获取专利说明书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5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国内专利检索：国家知识产权局系统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中国国家知识产权局专利检索及分析系统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网址：pss-system.cipa.gov.cn（现cnipa.gov.cn体系）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集专利检索与专利分析于一身的综合性专利服务系统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支持多种语言检索；用户注册后即可登录访问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检索方法：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常规检索：输入关键词/申请号快速检索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高级检索：多字段组合（申请号/公开号/申请人/IPC分类等）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导航检索：按IPC分类导航逐级浏览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另：CNKI专利数据库（一框式/高级/专业/分类检索）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国外专利检索（一）：Espacenet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Espacenet：欧洲专利组织提供的免费专利检索服务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网址：worldwide.espacenet.com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收录自1836年至今90多个国家和地区的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1.3亿余条专利文献记录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检索方式：简单检索、高级检索、分类检索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支持IPC/CPC分类检索，可查同族专利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国外专利检索（二）：USPTO与WIPO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美国专利商标局（USPTO）专利数据库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包括专利授权数据库和专利申请数据库两部分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提供1790年至今全文图像说明书、1976年至今全文文本说明书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每周更新1次；支持专利号检索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世界知识产权组织（WIPO）数字图书馆国际专利数据库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免费检索PCT国际专利申请（PATENTSCOPE）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多语种界面，可查国际申请的著录信息与全文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8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二、标准文献的检索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第六章 第四节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9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标准文献的含义与分类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标准：对工农业产品和工程质量、规格及检验方法等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所做的技术规定，是规章性文献，具有法律效力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《标准化法》：强制性标准必须执行；不符合者禁止生产销售进口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按层级分：国际标准（ISO等）、国家标准（GB）、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行业标准（如医药卫生YY）、地方标准、团体标准、企业标准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特点：时效性强——经复审、修订或废止，存在有效期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医学生关注：临床检验、医疗器械、生物安全等标准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10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国内标准文献检索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CNKI国家标准全文数据库：国家标准全文获取渠道之一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全国标准信息公共服务平台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网址：std.samr.gov.cn，查国家标准、行业标准、地方标准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团体标准信息平台：查团体标准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提示：除强制性国家标准外，多数网站仅提供题录信息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获取全文可能需要付费或通过图书馆标准馆藏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网站分类：综合性标准网站 vs 专业性（医药卫生）标准网站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11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国外标准文献检索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国际标准化组织（ISO）：最权威的标准制定机构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世界上最大的非政府性标准化专门机构，网址 iso.org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提供简单检索、高级检索、分类浏览检索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输入ISO号码可快速定位（例：9001）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Techstreet国际标准数据库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整合全球150多个标准发布组织的标准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拥有超过55万件标准相关文档，涵盖各行业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提供简单检索：输入检索词即可检索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三、其他特种文献的检索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第六章 第五节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13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科技报告的检索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科技报告：科研过程与成果的正式报告（如AD、DE、NASA、PB四大报告）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国家科技报告服务系统（nstrs.cn）：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面向社会公众：无偿提供摘要浏览，不需注册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面向专业人员：实名注册后在线浏览全文（不能下载保存）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面向管理人员：经批准享有统计分析等服务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万方中外科技报告数据库（c.wanfangdata.com.cn/nstr）：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中文科技报告：始于1966年，源于科技部，2.6万余份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外文科技报告：始于1958年，涵盖AD/DE/NASA/PB，110万余份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14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政府出版物的检索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政府出版物：政府机关颁布的文件、法规、统计资料等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检索途径：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政府门户网站：各级政府及卫生健康部门网站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（发布政策法规、统计数据、公告通知）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专业数据库：开放数据库与部分开放字段的非开放数据库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医学生应用：卫生政策、疾控数据、药监法规检索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例：国家卫健委、国家药监局、疾控局网站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15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产品资料的检索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产品资料：产品说明书、样本、数据手册等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中国商品信息服务平台（gds.org.cn）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基于计算机网络技术、全球统一的商品条码体系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查商品条码、厂商与产品基础信息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中国医疗器械信息网（cmdi.org.cn）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始建于1998年10月，国家药监局信息中心主办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涵盖医疗器械行业资讯、政策法规、监管动态、数据查询等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为医疗器械生产经营企业与医疗机构提供权威资讯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特种文献检索资源总表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类型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国内资源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国外资源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专利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国知局专利检索系统、CNKI专利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Espacenet、USPTO、WIPO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标准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全国标准信息平台、CNKI标准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ISO、Techstreet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科技报告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国家科技报告服务系统、万方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美国政府四大报告（AD/DE/NASA/PB）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政府出版物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政府门户网站、专业数据库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各国政府网站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产品资料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中国商品信息平台、医疗器械信息网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厂商官网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专利：说明书是核心 → 国知局（国内）→ Espacenet/USPTO/WIPO（国外）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标准：法律效力+时效性 → 全国标准平台（国内）→ ISO/Techstreet（国外）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科技报告：分用户层级服务（公众/专业/管理）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政府出版物与产品资料：官方渠道优先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共同方法：先明确文献类型与编号体系，再选对应平台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18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任务：让AI从专利、标准、科技报告或产品资料中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抽取文献类型、编号和主题信息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必须回到官方数据库或原始文献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核验编号与有效信息（专利号/标准号是否真实、是否现行有效）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注意：AI编造专利号、标准号的现象较常见，逐条核验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比较国内外专利文献检索资源（对照表）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整理标准文献及其他特种文献的检索资源（表格）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上机：检索一个药品相关专利；查一项现行有效的医药行业标准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AI拓展作业：核验AI抽取的专利号或标准号及其原始来源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20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本讲学习了专利文献、标准文献的检索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了解了科技报告、政府出版物、产品资料的检索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建立了各类特种文献与检索平台的对应关系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下一讲：网络医学信息资源与搜索引擎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21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