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第五章 常用引文数据库的检索 · 第四节/第五节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10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引文数据库检索（二）：评价工具与其他平台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教材位置：第五章 第四节引文相关分析评价工具；第五节其他引文数据库平台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承接前讲：会做引文检索 → 会用引文做评价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导入问题：选投稿期刊看什么？学科排名看什么？机构竞争力看什么？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三个层级：期刊评价（JCR）→ 学科/机构评价（ESI）→ 深度分析（InCites）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了解引文相关分析评价工具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掌握期刊引证报告、基本科学指标与InCites的检索和结果处理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认识其他引文数据库平台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重点一：期刊引证报告的检索功能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重点二：基本科学指标（ESI）与InCites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重点三：其他引文数据库平台及国际科学引文数据库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难点一：三种引文分析评价工具功能的辨析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难点二：评价工具与引文数据库平台的综合理解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一、期刊引证报告（JCR）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第五章 第四节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4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JCR 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期刊引证报告（Journal Citation Reports，JCR）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科睿唯安出品，基于Web of Science的期刊评价工具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入口：WoS平台顶端“Journal Citation Reports”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或直接登录 jcr.clarivate.com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版本：科学与技术版（SCIE）、社会科学版（SSCI）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每年更新一次（年度数据）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5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JCR 检索功能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按期刊名称检索：查看特定期刊的各项指标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按学科类别浏览：查看某学科期刊排名列表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可查看指标：影响因子（JIF）、5年影响因子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特征因子（Eigenfactor）、期刊引用分数相关指标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分区信息：JCR分区（Q1–Q4，按学科排名均分四档）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自引率、被引半衰期等补充指标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JCR 检索结果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期刊详情页：刊名（缩写）、ISSN、年度指标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例：BMC Chem.、ISSN 0140-0736 等字段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趋势图：指标随年份的变化（Trend）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排名：本学科内按影响因子等指标排序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来源数据（Source Data）：载文量与引用构成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应用：投稿选刊、期刊质量评估（注意同领域比较）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二、基本科学指标（ESI）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 Essential Science Indicators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8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ESI 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基本科学指标（Essential Science Indicators，ESI）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科睿唯安出品，基于SCIE/SSCI近10年滚动数据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对国家/地区、研究机构的科研水平进行计量分析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22个学科领域（学科划分与JCR不同，按ESI学科）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按被引频次排名，划分高被引阈值（前1%等）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双月更新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ESI 检索功能与结果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三大功能模块：引用排序（Citation Rankings）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高被引论文（Highly Cited Papers，近10年前1%）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热点论文（Hot Papers，近2年发表、近2月被引前0.1%）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研究前沿（Research Fronts）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结果处理：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学科基准值（Field Baselines）：ESI学科论文的分年度期望被引频次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是衡量研究绩效的基准、理解引文统计的标尺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按机构、国家、学科、年份浏览排名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InCites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InCites：科睿唯安的科研评价与分析平台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基于Web of Science数据，面向机构科研管理与学科分析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首次访问需用邮箱注册后登录（incites.clarivate.com）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检索与分析功能：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机构分析：机构论文数、被引、学科布局（如“机构(64,888论文数)”视图）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人员分析：科研人员产出的多指标评价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期刊/图书/会议录文献分析（如“53种期刊、图书、会议录文献”视图）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指标：论文数、被引、篇均被引、学科标准化影响力等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用途：学科评估、人才引进、对标分析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三种工具的功能辨析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215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工具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评价对象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核心指标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典型用途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JCR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期刊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影响因子、分区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投稿选刊、期刊评估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ESI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机构/国家/学科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高被引论文、热点论文、基准值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学科水平、机构排名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InCites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机构/人员/学科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论文数、被引、标准化指标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科研管理、对标分析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035040"/>
            <a:ext cx="11201400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 wrap="square"/>
          <a:lstStyle/>
          <a:p>
            <a:pPr algn="ctr"/>
            <a:r>
              <a:rPr sz="1250" b="1">
                <a:solidFill>
                  <a:srgbClr val="B7791F"/>
                </a:solidFill>
                <a:latin typeface="微软雅黑"/>
              </a:rPr>
              <a:t>※ 层级：期刊评价(JCR) → 学科/机构评价(ESI) → 深度分析(InCites)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三、其他引文数据库平台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第五章 第五节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13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中文社会科学引文索引（CSSCI）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CSSCI：南京大学研制的社科引文索引（“中文CSSCI来源期刊”）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网址：cssci.nju.edu.cn（付费库，IP限定范围登录）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针对来源文献和被引文献提供简单检索和高级检索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用途：人文社科领域的期刊评价与引文分析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医学教育、卫生政策等交叉课题可选用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中国引文数据库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中国引文数据库：依托CNKI资源的中文引文库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网址：ref.cnki.net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检索方式：快速检索、高级检索、专业检索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高级检索包含：学科类别、来源文献范围、检索条件三部分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专业检索：按需编写检索表达式（方法同CNKI其他论文库）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特色功能：高被引排序浏览检索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教材案例：查浙江大学李兰娟院士2020年核心期刊论文被引情况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国际科学引文数据库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国际科学引文数据库（NSTL建设）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网址：disc.nstl.gov.cn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提供快速检索、高级检索、专业检索及期刊浏览功能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收录国际科学文献的引文信息，免费检索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适合作为商业引文库的补充渠道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其他平台速览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引文数据库平台一览：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中文：CSCD、CSSCI、中国引文数据库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国际：Web of Science核心合集、国际科学引文数据库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评价工具：JCR、ESI、InCites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选择逻辑：按评价对象（期刊/学科/机构）与语种需求选工具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按“工具名称—检索功能—结果处理”归纳本讲全部平台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JCR：期刊影响因子与分区，投稿选刊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ESI：高被引/热点论文与学科基准，机构学科水平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InCites：多维度科研绩效分析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其他平台：CSSCI、中国引文数据库、国际科学引文数据库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任务：让AI制作JCR、ESI、InCites及其他平台的功能比较表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学生逐项回查教材与平台界面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重点删除AI混淆期刊、学科和机构评价层级的内容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常见AI错误：把IF说成ESI指标、把分区概念混用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提交修订后的功能比较表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比较期刊引证报告、基本科学指标和InCites（对照表）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整理第五节涉及的其他引文数据库平台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上机：查一本本专业核心期刊的最新JCR指标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AI拓展作业：修订AI生成的JCR、ESI、InCites功能比较表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本讲学习了JCR、ESI、InCites三种引文分析评价工具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认识了其他引文数据库平台（CSSCI、中国引文数据库等）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建立了期刊—学科—机构三层评价的层级观念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下一讲：特种文献检索（学位论文与会议文献）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