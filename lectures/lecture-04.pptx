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251460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64592" cy="2313432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E3A5F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718096"/>
                </a:solidFill>
                <a:latin typeface="微软雅黑"/>
              </a:rPr>
              <a:t>第二章 医学文献的特点及检索基础 · 第二节（后半）/第三节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63240"/>
            <a:ext cx="1965960" cy="7772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第 04 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999232"/>
            <a:ext cx="8321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E3A5F"/>
                </a:solidFill>
                <a:latin typeface="微软雅黑"/>
              </a:rPr>
              <a:t>检索步骤与结果评价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224528"/>
            <a:ext cx="2926080" cy="4064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主讲：宁德师范学院医学院  苏裕盛  教授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718096"/>
                </a:solidFill>
                <a:latin typeface="微软雅黑"/>
              </a:rPr>
              <a:t>普通高等教育医学类专业教材 · 科学出版社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718096"/>
                </a:solidFill>
                <a:latin typeface="微软雅黑"/>
              </a:rPr>
              <a:t>授课时数：2学时（45分钟 × 2）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本讲定位与导入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教材位置：第二章 第二节（检索步骤）；第三节 检索结果的评价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承接前讲：认识了文献与检索技术 → 完整的检索过程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导入案例：同一课题“二甲双胍与糖尿病”，两位同学的检索结果相差百倍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本讲主线：课题分析 → 策略准备 → 实施优化 → 原文获取 → 结果评价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教学目的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掌握文献检索步骤与检索方法选择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理解检索结果评价指标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掌握提高查全率与查准率的优化措施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教学重点与难点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重点一：课题检索步骤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重点二：检索方法的选择及原始文献获取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重点三：检索结果评价与优化措施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难点一：检索步骤的连续运用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难点二：查全率、查准率及其优化措施的对应理解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3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一、文献检索的步骤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一个完整的过程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4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检索策略与步骤总览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检索策略：在分析课题的基础上，选择数据库、确定检索词、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构造检索式并实施、评价、调整的完整方案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五步框架：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① 分析检索课题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② 选择检索工具，确定检索词与检索方法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③ 构造检索式并实施检索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④ 评价结果并优化策略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⑤ 获取原始文献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5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第一步：分析检索课题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明确检索目的：查新？系统综述？临床证据？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明确检索范围：学科、时间、语种、文献类型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明确具体要求：所需文献的深度与数量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析出主题概念：核心概念 + 相关概念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教材示例：“二甲双胍”“西格列汀”“糖尿病”“治疗”，其他条件不限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概念分析是后续一切环节的基石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6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第二步：选择检索工具与确定检索词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选择检索工具的依据：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学科覆盖（生物医学优先CBM/PubMed）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文献类型（全文/文摘/引文/特种文献）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收录年限与更新频率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确定检索词：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规范主题词优先，自由词补充（同义词、近义词、缩写）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中外文课题分别准备两套检索词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7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检索方法的选择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常用法（工具法）：利用检索系统检索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顺查：从课题起点顺时检索，全面但费时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倒查：由近及远，快速获取最新文献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抽查：针对学科高峰期检索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追溯法：利用文献后所列参考文献滚雪球式追查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优点：像滚雪球，依引用关系获得较好结果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缺点：查出的文献越来越旧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循环法：常用法与追溯法交替使用，取长补短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8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第三步：实施检索与策略调整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构造检索式：检索词 + 运算符 + 字段限定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实施检索，浏览结果的相关性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结果过多 → 缩检：提高专指度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结果过少 → 扩检：补充同义词、放宽限定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检索是一个“检索 → 评价 → 调整 → 再检索”的循环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记录检索式与调整过程，便于复现（科研规范要求）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9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第五步：获取原始文献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获取途径：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全文数据库直接下载（知网、万方、维普、EBSCO等）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图书馆馆藏与馆际互借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文献传递服务（如国家科技图书文献中心NSTL）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开放获取资源（PMC、DOAJ等）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向作者索取（通讯作者邮箱）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注意版权：通过合法渠道获取，不使用盗版资源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10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二、检索结果的评价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第二章 第三节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11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查全率（Recall Ratio, R）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定义：检出的相关文献数占系统中相关文献总数的百分比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反映检索的全面性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公式：R = 检出的相关文献数 / 系统中相关文献总数 × 100%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漏检：系统中有但未检出的相关文献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查全率越高，漏检越少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12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查准率（Precision Ratio, P）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定义：检出的相关文献数占检出文献总数的百分比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反映检索的准确性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公式：P = 检出的相关文献数 / 检出文献总数 × 100%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误检：检出但不相关的文献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查准率越高，误检越少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查全率与查准率常呈“跷跷板”关系：一升一降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检索目标：按课题需要，在两者间取得最佳平衡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13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三、检索结果的优化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查全与查准的调节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14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提高查全率的措施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201400" cy="3858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0700"/>
                <a:gridCol w="5600700"/>
              </a:tblGrid>
              <a:tr h="55125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措施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说明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</a:tr>
              <a:tr h="55125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增加自由词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同义词、近义词、全称简称、上下位词，用OR组配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  <a:tr h="55125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使用截词符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pharmaco* 覆盖多个词形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55125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降低专指度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用上位主题词或分类号的大类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  <a:tr h="55125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放宽限定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取消年份、文种、文献类型限制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55125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扩展检索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主题词的扩展（Explode）检索下位词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  <a:tr h="551256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更换数据库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多库联合，弥补单一库收录局限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15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提高查准率的措施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201400" cy="3858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0700"/>
                <a:gridCol w="5600700"/>
              </a:tblGrid>
              <a:tr h="55125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措施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说明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</a:tr>
              <a:tr h="55125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提高专指度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使用下位主题词、专指性强的词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  <a:tr h="55125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字段限定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限定在题名、主题词等核心字段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55125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AND组配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增加限定概念，缩小范围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  <a:tr h="55125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精确/短语检索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“…”保证词组完整性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55125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位置检索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NEAR等限定词间距离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  <a:tr h="551256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加权/副主题词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主题词组配副主题词（如治疗/诊断）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16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课堂应用：优化措施与策略调整对应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场景一：检出3000篇，人工无法浏览 → 缩检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加AND限定、限题名字段、限定年份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场景二：仅检出3篇，明显漏检 → 扩检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补同义词OR组配、用截词、换上位主题词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课堂练习：为“高尿酸血症与慢性肾病”设计一扩一缩两版策略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17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课堂梳理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完整步骤：课题分析 → 工具与检索词 → 实施 → 评价优化 → 原文获取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方法体系：常用法（顺查/倒查/抽查）、追溯法、循环法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评价指标：查全率（全面性）与查准率（准确性）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优化思路：扩检提查全，缩检提查准，动态平衡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18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AI赋能拓展（教材外）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任务：让AI草拟检索问题拆解、检索词组合和检索式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学生到实际数据库中测试AI给出的检索式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依据查全率、查准率思路调整检索策略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保存修改日志：AI初版 → 测试结果 → 人工修订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提醒：AI给出的数据库语法常不适用，必须实测修正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19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课程作业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按顺序整理课题检索步骤（画出流程图）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列出获取原始文献的途径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比较提高查全率与提高查准率的措施（对照表）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AI拓展作业：保存AI初拟检索式、数据库测试结果和两轮人工修订记录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20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课程小结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本讲完成了检索五步骤的系统学习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掌握了查全率与查准率两个核心评价指标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学会了扩检与缩检的对应优化措施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下一讲进入数据库实战：中文全文数据库（知网/万方/维普）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21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5176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谢谢聆听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医学文献检索实践 · 宁德师范学院医学院  苏裕盛  教授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