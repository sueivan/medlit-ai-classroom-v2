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第四章 常用文摘型数据库的检索 · 第三节/第四节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08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Embase与其他文摘数据库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教材位置：第四章 第三节Embase；第四节其他生物医学文摘数据库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承接前讲：CBM与PubMed → Embase及更多专业文摘库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导入问题：药物不良反应、设备检索，PubMed够吗？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本讲对象：Embase、BIOSIS Previews、SciFinder、Scopus、Engineering Village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了解Embase及其他生物医学文摘数据库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掌握Embase检索与结果优化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认识BIOSIS Previews、SciFinder Scholar、Scopus与Engineering Village的检索内容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重点一：Embase基本、药物、疾病、设备、期刊等检索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重点二：Embase检索结果筛选、分组与输出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重点三：其他生物医学文摘数据库的检索方式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难点一：Embase多种检索入口的选择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难点二：不同文摘数据库检索功能的辨析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一、Embase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第四章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Embase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Embase：荷兰Elsevier出版，国际生物医学与药学文献数据库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收录1974年以来8500余种期刊，回溯至1947年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药物文献收录丰富（含欧洲期刊），药物检索为特色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Emtree主题词表：药物、疾病、设备等规范化标引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网络平台：www.embase.com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与PubMed互补：收录欧洲文献多、药物信息标引深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Embase 基本检索与检索入口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基本检索（Quick Search）：检索框输入检索词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词汇自动映射到Emtree主题词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检索入口：证据检索（Evidence）、药物安全检索等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药物检索（Drug）：按药物名称、药物类别检索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疾病检索（Disease）：按疾病主题检索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设备检索（Device）：医疗器械、装置检索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引文检索、期刊检索等专题入口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Embase 高级检索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Advanced：多行检索框，字段+逻辑关系组合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支持布尔逻辑、截词、位置运算符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可限定：研究领域、文献类型、语种、年份等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Emtree浏览：主题词树形结构与款目词查看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检索历史：查看与组配已执行的检索式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提示：药物检索入口内置药物相关副主题词，更高效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Embase 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结果显示：题录+文摘，按相关度/日期排序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限制选项：研究对象、出版时间、加入数据库时间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筛选与分组：按文献类型、语种、研究领域等分组限定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输出方式：查看(View)、打印(Print)、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输出到文献管理软件（EndNote等）、导出题录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全文链接：链接至Elsevier及出版商全文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Embase 检索结果优化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扩检：Emtree扩展检索下位词；补充药物商品名、代码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缩检：字段限定（题名/文摘）、药物-疾病组配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利用“药物检索”入口的专指字段（给药途径、剂型等）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证据检索：限定系统评价、RCT等证据类型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案例思路：他汀类药物肌肉不良反应 → 药物检索+副主题词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二、其他生物医学文摘数据库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第四章 第四节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10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BIOSIS Previews 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BIOSIS Previews：美国生物科学信息服务社（BIOSIS）出品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生命科学领域最全面的文摘数据库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收录：生物学、生物医学、生物技术、药理学、生态学等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文献类型：期刊、会议、图书、专利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增加引文索引功能后升级为BIOSIS Citation Index（BCI）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在Web of Science平台检索（选择数据库BIOSIS Previews）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特色标引：概念代码（Concept Code）、生物分类（Taxa）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SciFinder Scholar 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SciFinder：美国化学文摘社（CAS）出品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化学与生命科学研究者的核心工具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收录：CAplus（化学文献）、注册物质、化学反应等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两大检索：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文献检索（References）：主题、作者、专利等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物质检索（Substances）：结构式、分子式、性质检索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药物研发、化学合成课题必用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个人账号注册后使用（机构订阅）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Scopus 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Scopus：Elsevier出品的大型文摘与引文数据库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收录全球2万多种同行评审期刊，覆盖自然科学、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医学、技术、社会科学、艺术人文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检索功能：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文献检索：基本/高级检索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著者检索：查学者发文与h指数等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机构检索：查机构产出与合作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高级检索：字段代码构造检索式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SciVal：基于Scopus的科研分析与评价工具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Engineering Village 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Engineering Village：Elsevier旗下工程文摘平台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核心库：Ei Compendex（工程索引）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收录：工程、生物医学工程、材料、环境等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快速检索：主题词+字段组合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专家检索：检索式构造（字段代码+逻辑）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叙词检索（Thesaurus）：规范叙词查找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可限定数据库、日期、文献类型、语言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适用于医学仪器、生物医学工程类课题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五种文摘数据库比较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数据库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出版方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特色领域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特色检索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Embase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Elsevier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药物、欧洲生物医学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药物/疾病/设备检索、Emtree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BIOSIS Previews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Clarivate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生命科学全领域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概念代码、生物分类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SciFinder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CAS(美化学会)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化学与物质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物质/反应/结构检索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Scopus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Elsevier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多学科+引文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作者/机构检索、SciVal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Engineering Village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Elsevier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工程(含医工)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专家检索、叙词检索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按数据库名称归纳：覆盖内容—检索入口—结果功能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选库思路：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药物课题 → Embase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基础生命科学 → BIOSIS Previews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化学/药物合成 → SciFinder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跨学科/引文分析 → Scopus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医学工程 → Engineering Village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没有“最好”的库，只有“最合适”的库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任务：让AI依据检索问题推荐数据库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候选：Embase、BIOSIS Previews、SciFinder、Scopus、Engineering Village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学生对照各库收录内容与检索功能核验推荐理由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重点核查：AI是否混淆了数据库的学科定位与功能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评价AI推荐是否符合各库实际收录范围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整理Embase的检索方式与结果优化（列表）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列出第四节各数据库及其检索内容（表格）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上机：在Embase完成一个药物安全性课题检索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AI拓展作业：评价AI数据库推荐是否符合各库收录内容与检索功能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本讲学习了Embase的检索与结果优化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认识了BIOSIS Previews、SciFinder、Scopus、Engineering Village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建立了按课题性质选库的决策框架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下一讲：引文数据库（CSCD与Web of Science）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