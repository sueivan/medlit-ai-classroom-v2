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251460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64592" cy="2313432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E3A5F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718096"/>
                </a:solidFill>
                <a:latin typeface="微软雅黑"/>
              </a:rPr>
              <a:t>第八章 医学文献检索的应用 · 第二节（后半）/第三节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63240"/>
            <a:ext cx="1965960" cy="7772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第 16 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999232"/>
            <a:ext cx="8321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E3A5F"/>
                </a:solidFill>
                <a:latin typeface="微软雅黑"/>
              </a:rPr>
              <a:t>论文格式、写作检索与项目申报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224528"/>
            <a:ext cx="2926080" cy="4064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主讲：宁德师范学院医学院  苏裕盛  教授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718096"/>
                </a:solidFill>
                <a:latin typeface="微软雅黑"/>
              </a:rPr>
              <a:t>普通高等教育医学类专业教材 · 科学出版社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718096"/>
                </a:solidFill>
                <a:latin typeface="微软雅黑"/>
              </a:rPr>
              <a:t>授课时数：2学时（45分钟 × 2）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本讲定位与导入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教材位置：第八章 第二节（后半）；第三节医学文献检索在项目申报中的应用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承前：选题已定 → 论文怎么写？检索如何服务写作与申报？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导入问题：投稿被退修“格式不合规范”，问题出在哪？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本讲主线：论文格式 → 写作中的检索 → 项目申报应用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教学目的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掌握科研论文的格式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理解论文写作中的文献检索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了解科研项目分类及医学文献检索在项目申报中的应用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教学重点与难点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重点一：科研论文的格式与主体部分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重点二：写作中的文献检索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重点三：科研项目分类与应用案例分析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难点一：科研论文各部分与文献检索的对应理解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难点二：文献检索在论文写作与项目申报中的综合应用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3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一、科研论文的格式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第八章 第二节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4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论文整体结构：三大部分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前置部分：题名、作者与单位、摘要、关键词、（分类号）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主体部分：引言、材料与方法、结果、讨论、结论、致谢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后置部分：参考文献、附录、（英文摘要）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不同期刊具体要求有差异，投稿前须阅读“投稿须知”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规范依据：GB/T 7713（学位论文编写规则）等国家标准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5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前置部分（一）：题名与作者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题名：以最恰当、最简明的词语反映核心内容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一般不超过20个汉字（英文题名相应精炼）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避免使用缩略语、公式、非公知符号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作者署名：按贡献排序，责任明确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作者与单位：标注单位全称与通讯方式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通讯作者：负责与编辑部联系和文稿修改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分类号：多数科技期刊要求提供中图分类号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依据《中国图书馆分类法》，一般提供一个，主分类号排第一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6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前置部分（二）：摘要与关键词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摘要：论文内容不加注释和评论的简短陈述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结构式摘要：目的、方法、结果、结论四要素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报道性摘要（研究论文）/指示性摘要（综述）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中文摘要一般200～300字，英文摘要对应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关键词：3～8个，从题名、摘要中选取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优先选用规范主题词（MeSH等），便于检索收录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摘要与关键词是文献检索的重点字段——写作与检索在此交汇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7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主体部分（一）：引言与材料与方法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引言（前言）：简述研究背景、现状、问题与目的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引言的文献检索支撑：综述国内外研究现状（引言=小型综述）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材料与方法：研究对象、仪器药品、实验/统计方法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可重复性是方法部分的黄金标准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伦理声明：涉及人或动物的伦理审批与知情同意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方法部分引用文献：标准方法注明出处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8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主体部分（二）：结果与讨论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结果：如实呈现数据（图表+文字），不做解释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图表规范：自明性、编号、标题、注释完整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讨论：解释结果、与文献比较、说明意义与局限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讨论是引用文献最集中的部分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结论：由结果直接推出的判断，不夸大不延伸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致谢：对非作者贡献者及基金资助的感谢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参考文献：按规范著录（GB/T 7714），与文中标引对应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9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二、写作中的文献检索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检索贯穿写作全程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10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写作前的检索准备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选题论证：系统检索证明选题的创新性与价值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文献收集：系统检索国内外相关文献，建立文献库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阅读综述：快速建立课题全景（三次文献入手）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追踪前沿：引文跟踪、定题订阅（My NCBI等）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写作前的检索质量直接决定论文起点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11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写作中与投稿前的检索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写作中补充检索：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讨论部分需要最新对照文献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方法部分补充标准方法出处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投稿前（写作后）期刊选择：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利用期刊导航寻求学术热点（如CNKI期刊导航、按影响因子排序）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核查期刊：收录范围、读者对象、影响因子、审稿周期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避免一稿多投：伦理红线（呼应第2讲）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检索能力 = 论文写作的全流程后勤保障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12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三、文献检索在项目申报中的应用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第八章 第三节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13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科研项目简介与分类（一）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科研项目：为解决科学问题而设立的研究课题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按来源分：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纵向科研项目：各级政府部门科技计划项目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（国家级如国家自然科学基金、省部级、市厅级）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横向科研项目：其他政府部门、企事业单位、公司、团体或个人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委托教学科研单位或个人研究的各类课题（含国际合作）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医学文献检索在申报各环节均发挥作用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14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科研项目分类（二）：按研究性质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基础性研究：获得现象与事实的基本原理及新知识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不以专门应用为目的；医学基础研究认识生命本质、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疾病发生发展规律与药物作用机制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应用性研究：把基础研究新理论应用于特定目标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针对医学实践具体问题提出新技术、新方法、新产品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（疾病诊治预防康复方法、新药、诊疗新技术设备）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发展性研究：利用现有知识产出新产品、新工艺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或对已有各项做实质性改进（如磁共振、超声技术的应用）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15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申报流程与时间线（教材）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项目准备：一般需6个月至1年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熟悉申报常识、审批程序、中标影响因素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选题、申请书撰写修改、准备材料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前一年11～12月：国家基金委发布项目指南和受理通告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当年3月左右：科研管理部门受理申请书（纸质+电子版）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并做形式审查（申请资格、材料完备性）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国家基金委科学部初审（形式审查），公布初审结果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评审结果公告（当年8月）：近年国家自然科学基金年通过率约15%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16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项目结题与成果管理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项目实施：按计划开展研究，接受中期检查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成果产出形式：论文、专著、专利等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宣布项目成果，及时收集整理凭证：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期刊原刊、收录证据、专著出书凭证、专利证书等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为项目结题做准备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文献检索在结题环节：成果查新、收录引用检索（WoS/CSCD）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17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应用案例分析（教材）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案例路径：文献检索如何服务项目申报全程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① 选题阶段：利用SCI数据库的热点论文和高被引论文选题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利用期刊导航寻求学术热点（按复合影响因子排序）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② 申报阶段：系统检索国内外现状，撰写立项依据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③ 竞争分析：查同行团队在研项目与代表性成果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④ 实施阶段：定题跟踪最新进展，及时调整方案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⑤ 结题阶段：成果收录引用检索与查新报告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18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全课程贯通回顾（16讲知识地图）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1-2讲：信息素养与学术规范（做人做事的底线）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3-4讲：文献与检索基础（方法论的基石）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5-6讲：全文数据库（中文三库 + 外文四库）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7-8讲：文摘数据库（CBM/PubMed/Embase…）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9-10讲：引文数据库与评价工具（CSCD/WoS/JCR/ESI/InCites）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11-12讲：特种文献（学位论文/会议/专利/标准…）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13-14讲：网络医学信息资源（临床与免费资源）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15-16讲：检索应用（文献管理—论文写作—项目申报）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一句话：会找、会筛、会管、会用、会守规范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19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课堂梳理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论文整体格式：前置（题名/作者/摘要/关键词）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主体（引言/方法/结果/讨论/结论）+ 后置（参考文献等）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写作中的检索：写前准备 → 写中补充 → 投稿选刊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项目申报：纵向/横向、基础/应用/发展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应用案例：检索贯穿选题—申报—实施—结题全流程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20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AI赋能拓展（教材外）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任务：使用AI辅助论文提纲、语言修订和项目申报结构检查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红线：禁止生成虚假文献、数据、结果或研究经历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保留提示词与修改记录，由作者终审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提交：AI初稿、人工修订稿和真实性核查清单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呼应第2讲：AI使用不当即学术不端风险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21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课程作业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整理科研论文的格式（三大部分框架图）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归纳写作中的文献检索（写前/写中/投稿前）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整理科研项目分类与应用案例分析内容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AI拓展作业：提交AI初稿、人工修订稿和真实性核查清单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22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课程小结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本讲掌握了科研论文的三段式格式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理解了检索在写作全程中的作用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认识了科研项目分类及申报应用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至此16讲全部完成——愿检索能力成为你终身学习的翅膀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23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5176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谢谢聆听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医学文献检索实践 · 宁德师范学院医学院  苏裕盛  教授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