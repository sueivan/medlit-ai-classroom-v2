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第一章 信息素养与创新能力 · 第三节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02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学术规范与学术不端行为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教材位置：第一章 第三节 学术规范与学术不端行为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承接前讲：知识产权保护 → 学术活动中的规范与诚信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导入案例：某论文撤稿事件——问题出在哪个环节？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本讲线索：规范要求 → 术语定义 → 行为分类 → 主体分类 → 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掌握学术引文、成果、评价与批评规范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辨析剽窃、伪造、篡改、不当署名、一稿多投与重复发表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了解作者、审稿专家和编辑者的学术不端行为及检测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重点一：四类学术规范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重点二：学术不端行为的定义及术语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重点三：三类主体的学术不端行为类型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难点一：相近学术不端术语的辨析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难点二：按作者、审稿专家、编辑者分类理解不端行为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本讲内容提纲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一、学术规范：引文、成果、评价、批评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二、学术不端行为：定义与基本术语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三、六种典型不端行为的逐项辨析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四、作者、审稿专家、编辑者的不端行为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五、学术不端行为检测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一、学术规范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学术共同体的基本准则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学术规范的概念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定义：学术共同体内形成的进行学术活动的基本规范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或：根据学术发展规律制定的有关学术活动的基本准则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作用：约束学术行为、保障学术质量、维护学术诚信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四类规范：引文规范、成果规范、评价规范、批评规范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引文规范与成果规范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引文规范：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凡引用他人观点、数据、方法，均须注明出处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引用以必要为限，不得过度引用构成实质抄袭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著录格式遵循规范（GB/T 7714等）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成果规范：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成果真实、可复核，数据不得拼凑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署名按贡献排序，反对挂名与代写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评价规范与批评规范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评价规范：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客观公正，以学术标准为唯一尺度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回避利益冲突，不得人情评价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批评规范：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学术批评应针对学术内容本身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不得人身攻击、恶意贬损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四类规范贯穿选题、研究、写作、发表全过程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二、学术不端行为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定义与基本术语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学术不端行为的定义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依据：《科技工作者科学道德规范（试行）》（2007年）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定义：在科学研究和学术活动中各种造假、抄袭、剽窃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和其他违背科学共同体惯例的行为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本质特征：违背诚实、客观、公正的科研基本准则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后果：撤稿、通报、取消学位/职称，乃至法律责任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剽窃与抄袭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剽窃（plagiarism）：将他人观点、文字、数据、图表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据为己有而不注明来源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表现形式：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直接照搬他人文字段落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改写他人观点而不注明出处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翻译外文文献据为己有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使用他人图表、数据未注明来源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隐蔽形式更需警惕：观点剽窃、拼凑改写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伪造与篡改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伪造（fabrication）：编造根本不存在的数据、结果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凭空捏造实验记录、调查数据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虚构作者、虚构文献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篡改（falsification）：对真实数据进行不当操纵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选择性删除不利数据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修饰图像（如电泳图、显微图）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辨析：伪造＝无中生有；篡改＝有中生“假”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109728" rIns="109728" wrap="square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伪造与篡改直接动摇科学研究的真实性根基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不当署名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定义：署名与实际贡献不符的行为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常见形式：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挂名：无实质贡献者署名（人情署名、权力署名）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漏名：有实质贡献者未署名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未经同意使用他人署名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代写、代署名：买卖论文的典型环节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规范署名原则：按贡献大小排序，通讯作者负总责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一稿多投与重复发表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一稿多投：同一稿件同时投给多个期刊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浪费审稿资源，易引发版权纠纷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重复发表：同一成果多次发表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改头换面重新发表（“香肠论文”切分发表）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会议论文扩充后投期刊而未说明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辨析：一稿多投发生在发表前；重复发表发生在发表后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109728" rIns="109728" wrap="square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例外：符合规定的二次发表须注明并征得期刊同意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三、不同主体的学术不端行为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作者 · 审稿专家 · 编辑者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作者的不端行为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行为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剽窃抄袭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剽窃、伪造、篡改、不当署名、一稿多投与重复发表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数据不实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伪造、篡改研究数据，选择性报告结果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署名不端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挂名、漏名、未经同意署名、买卖署名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发表不端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一稿多投、重复发表、拆分发表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代写代投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委托第三方代写、代投论文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审稿专家与编辑者的不端行为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主体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不端行为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审稿专家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泄露审稿内容、拖延或压制竞争性稿件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审稿专家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窃用所审稿件观点、数据抢先发表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审稿专家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请他人代审而不履行审稿职责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编辑者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违反同行评议程序、人情用稿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编辑者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擅自修改作者稿件、违规收费发表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wrap="square"/>
          <a:lstStyle/>
          <a:p>
            <a:pPr algn="ctr"/>
            <a:r>
              <a:rPr sz="1250" b="1">
                <a:solidFill>
                  <a:srgbClr val="B7791F"/>
                </a:solidFill>
                <a:latin typeface="微软雅黑"/>
              </a:rPr>
              <a:t>※ 同行评议是学术质量的守门机制，各主体均须恪守边界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学术不端行为检测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检测原理：文本相似性比对（与已发表文献比对）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中国知网学术不端文献检测系统（AMLC）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高校学位论文检测的主要系统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万方文献相似性检测系统（WFSD）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支持批量检测、断点续传；支持PDF、DOC、TXT等格式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维普论文检测系统（VPCS）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比对库含中外期刊、会议、学位论文及互联网资源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提示：检测系统辅助筛查，不能替代学术判断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课堂辨析与知识链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课堂辨析：按“行为名称—所属类型—涉及主体”整理教材条目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示例：改写他人观点不注明 → 剽窃 → 作者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示例：窃用所审稿件观点 → 剽窃 → 审稿专家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知识链：规范要求 → 术语定义 → 行为分类 → 主体分类 → 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任务：审查一段AI生成的学术文字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识别其中的虚构引文、不当改写与署名风险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要求：披露AI使用环节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判断依据：原始文献 + 教材规定的学术规范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目的：认识AI幻觉对学术诚信的冲击，建立核验习惯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109728" rIns="109728" wrap="square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AI生成内容未核验直接提交，本身即构成学术不端风险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列出四类学术规范并各举一例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比较六项学术不端术语（列表：名称—定义—区别）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整理三类主体的学术不端行为类型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AI拓展作业：标注一段AI学术文字中的诚信风险并写出核验依据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本讲学习了四类学术规范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辨析了六种典型学术不端行为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按作者、审稿专家、编辑者归类了不端行为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了解了常用学术不端检测系统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下一讲：医学文献的特点及检索基础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