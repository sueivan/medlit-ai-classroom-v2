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251460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64592" cy="2313432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718096"/>
                </a:solidFill>
                <a:latin typeface="微软雅黑"/>
              </a:rPr>
              <a:t>第四章 常用文摘型数据库的检索 · 第一节/第二节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63240"/>
            <a:ext cx="1965960" cy="7772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第 07 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999232"/>
            <a:ext cx="8321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CBM与PubMed检索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224528"/>
            <a:ext cx="2926080" cy="4064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主讲：宁德师范学院医学院  苏裕盛  教授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普通高等教育医学类专业教材 · 科学出版社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授课时数：2学时（45分钟 × 2）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本讲定位与导入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教材位置：第四章 常用文摘型数据库的检索 · 第一节CBM；第二节PubMed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导入问题：全文库已够用，为什么还要学文摘库？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文摘库优势：收录全、标引规范、检索精准、可链接全文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本讲对象：中国生物医学文献服务系统（CBM）与美国PubMed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教学目的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了解CBM与PubMed的概况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掌握CBM和PubMed的基本、高级与主题检索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掌握检索案例分析及结果优化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教学重点与难点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重点一：CBM快速、智能、主题等检索方式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重点二：PubMed基本、高级、MeSH及其他检索方式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重点三：两个数据库的结果优化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难点一：主题词检索与其他检索方式的组合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难点二：CBM与PubMed检索方式及结果优化的比较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3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一、中国生物医学文献服务系统（CBM）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 第四章 第一节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4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CBM 概况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中国生物医学文献服务系统（SinoMed）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由中国医学科学院医学信息研究所/图书馆开发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核心数据库：中国生物医学文献数据库（CBM）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收录1978年以来中文生物医学期刊、汇编、会议论文的题录与文摘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标引依据：《医学主题词表》（MeSH中译本）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《中国中医药学主题词表》，标引规范是CBM的核心优势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5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CBM 检索方式总览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快速检索：系统默认检索方式（基本检索）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高级检索：多检索框组合，常用字段/核心字段选择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主题检索：主题词表辅助检索（CBM特色）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分类检索：按分类号导航检索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期刊检索：按期刊信息检索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作者检索、机构检索、基金检索等辅助入口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6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CBM 快速检索与智能检索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快速检索（基本检索）：默认在全部字段执行智能检索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智能检索：输入“艾滋病”，系统自动用“艾滋病”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“获得性免疫缺陷综合征”等一组同义词智能扩展检索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支持逻辑运算符 AND / OR / NOT，空格默认执行AND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支持单字通配符(?)和任意通配符(%)，可置前、置中、置尾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如：胃?癌、肝%疫苗、%PCR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7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CBM 高级检索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多检索框组合：字段选择 + 检索词 + 行间逻辑（AND/OR/NOT）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运算符：一次只支持一种逻辑运算符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常用字段：中文标题、摘要、关键词、主题词四项组成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核心字段：中文标题、关键词、主题词三项组成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字段限定符：检索词[中文字段名称]或【中文字段名称】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如：新型冠状病毒肺炎【标题】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精确检索符：双引号“”，如“张明”作不可分割词组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智能/精确切换：作者、分类号、刊名等字段适合精确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8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CBM 主题检索（一）：查找主题词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主题检索：又称主题词表辅助检索，基于主题概念检索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词表：MeSH（中译本）+《中国中医药学主题词表》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第一步：进入主题检索界面，选“中文主题词”或“英文主题词”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输入检索词，点击“查找”，在主题词列表中浏览选择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第二步：浏览主题词注释信息和树形结构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树形结构显示上下位词关系，帮助选择恰当专指度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9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CBM 主题检索（二）：组配与选项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组配副主题词：如/治疗、/诊断、/影像诊断等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加权检索：检索加重的主题词（表征文献核心内容）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加权与文献核心内容关联更紧密，可缩小范围、提高检准率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扩展检索：检索该主题词及其全部下位词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不扩展：仅检索当前主题词；系统默认为扩展检索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多主题词课题：重复操作后用AND/OR/NOT组配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10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CBM 期刊检索与结果处理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期刊检索：从入口选择刊名、出版地、出版单位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可直接输入主题词或ISSN检索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结果处理：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结果显示：题录列表，可查看文摘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结果输出：打印、导出题录（多种格式）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全文链接：链接到知网、万方等全文库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个性化服务：检索历史、定题订阅（RSS推送）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11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CBM 检索案例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案例：检索脑卒中的影像诊断相关文献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第一步：主题检索界面输入“脑卒中”，点击“查找”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在列表中点击主题词“卒中”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第二步：主题词“卒中”组配副主题词“DG 影像诊断”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执行检索，浏览并导出结果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案例启示：主题词+副主题词 = 精准的概念限定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12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二、PubMed 检索系统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 第四章 第二节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13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PubMed 概况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PubMed：美国国家生物技术信息中心（NCBI）开发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隶属美国国立医学图书馆（NLM）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收录：MEDLINE（1965年起，MeSH标引）、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In-Process（待标引）、PubMed-only（生命科学期刊）等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免费检索（pubmed.ncbi.nlm.nih.gov），全文需订阅获取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医学文献检索的国际标准工具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14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PubMed 基本检索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基本检索：检索框输入检索词即可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词汇自动转换（ATM）：检索词自动匹配MeSH主题词、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副主题词、期刊名、作者名等（如vitamin c → ascorbic acid）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支持布尔逻辑 AND/OR/NOT（需大写）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截词符 *、短语精确检索“…”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字段限定：aspirin[Title]、2023[dp]等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15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PubMed 高级检索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Advanced：多行检索框组合字段与逻辑关系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字段：Title/Abstract、Author、Journal、Date等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支持检索历史（Search History）查看与组配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可将历史检索式以#1 AND #2方式组合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显示设置：每页条数、摘要/题录格式、排序方式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最新排序：Best Match（相关度）、Date（时间）等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16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PubMed MeSH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MeSH Database：主题词数据库检索入口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查找规范主题词，查看定义、树形结构、副主题词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可设置：副主题词组配（Subheading）、不扩展（Do not include…）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勾选后“Add to Search Builder”加入检索构建器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与基本检索的ATM相比：MeSH检索更可控、更精确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技巧：主题词 + Entry Terms（款目词）组合提高查全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17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PubMed 其他检索方式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期刊检索：输入期刊全称、简称或ISSN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刊名后加字段限定[journal]或[ta]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例：new England journal of medicine[ta] 或 0028-4793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著者检索：作者姓+名的首字母缩写，如zhang y[au]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引文匹配器（Citation Matcher）：批量/单篇定位文献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Batch Citation Matcher：按期刊/年/卷/期/页批量匹配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临床查询（Clinical Queries）：内置临床研究过滤器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18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PubMed 个性化服务与结果处理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My NCBI：注册账号，保存检索、保存检索式、设置过滤器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RSS：定题订阅，新文献自动推送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结果显示：摘要格式（默认）、文摘、MEDLINE格式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结果筛选（Filters）：全文、年份、文章类型、物种等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输出：Send to（文件、剪贴板、邮件、引文管理器）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全文链接：出版商全文、免费全文（PMC）、图书馆链接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19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CBM 与 PubMed 比较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收录：CBM中文生物医学文献 vs PubMed国际生物医学文献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词表：均用MeSH（CBM另加中医药主题词表）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检索方式：均有基本/高级/主题检索，逻辑一致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智能扩展：CBM智能检索 vs PubMed词汇自动转换（ATM）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费用：CBM付费（机构订阅），PubMed检索免费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选库策略：中文课题CBM+中文全文库；国际课题PubMed优先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20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课堂梳理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概况：中文SinoMed/CBM vs 国际PubMed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检索方式：基本/智能 → 高级组合 → 主题词检索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结果处理：显示、筛选、输出、全文链接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个性化：检索历史、My NCBI、RSS定题推送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主线：规范主题词是文摘库精准检索的核心武器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21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AI赋能拓展（教材外）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任务：让AI生成中英文检索词和主题词候选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分别用于CBM与PubMed检索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必须在主题词检索入口核实：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规范主题词是否正确、上下位关系是否恰当、命中是否合理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提交CBM与PubMed主题词候选及规范词核验表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常见AI错误：编造主题词、混淆上下位关系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22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课程作业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整理CBM与PubMed的检索方式（对照表）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比较两者的主题检索和结果优化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上机：完成“肺癌免疫治疗”在CBM与PubMed的主题词检索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AI拓展作业：提交CBM与PubMed主题词候选及规范词核验表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23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课程小结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本讲学习了CBM和PubMed的主要检索方式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通过教材案例掌握了检索过程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学会了检索结果的优化方法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下一讲：Embase及其他生物医学文摘数据库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24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5176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谢谢聆听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医学文献检索实践 · 宁德师范学院医学院  苏裕盛  教授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