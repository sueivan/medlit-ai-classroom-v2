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第六章 特种文献资源的检索 · 第一节/第二节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11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特种文献检索（一）：学位论文与会议文献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教材位置：第六章 特种文献资源的检索 · 第一节学位论文；第二节会议文献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导入问题：开题前要摸清已有研究，学位论文是最系统的文献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想了解领域最新动态？会议文献比期刊快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本讲主线：定义与特点 → 国内资源 → 国外资源 → 检索案例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理解学位论文与会议文献的含义、类型和特点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掌握国内外学位论文检索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掌握国内外会议文献检索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重点一：国内外学位论文数据库与检索案例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重点二：中国重要会议论文全文数据库与中国学术会议文献数据库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重点三：国外会议文献检索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难点一：国内外学位论文检索途径的辨析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难点二：学位论文与会议文献检索资源的对应选择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一、学位论文检索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第六章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学位论文的含义、等级与特点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学位论文：为获取学位候选资格而提出的研究成果或结论的学术论文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按学位分：学士论文、硕士论文、博士论文（三个等级）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独创性、新颖性、学术性强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论述详细、引文数量庞大、证据充分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一般不对外公开发表，被高校图书馆收藏（灰色文献）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特种文献：出版形式与收藏单位特殊的科学资料，参考价值高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我国学位论文的检索（一）：CNKI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CNKI博硕士学位论文数据库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收录国内博士、硕士学位论文（回溯早、更新快）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检索方法：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一框式检索与学位授予单位导航检索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高级检索：多字段组合（题名/导师/单位/年份等）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文献分类检索：按学科门类浏览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特色字段：导师姓名、学位授予单位、答辩日期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我国学位论文的检索（二）：万方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中国学位论文全文数据库（China Dissertations Database）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网址：c.wanfangdata.com.cn/thesis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收录1980年以来学位授予单位的博硕士论文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覆盖22个学科领域、12个学科专业（含医药卫生）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检索方式：高级检索、专业检索、作者发文检索、浏览检索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知网 vs 万方：收录互有补充，重要课题建议两库都查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国外学位论文的检索（一）：PQDT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ProQuest博硕士论文数据库（PQDT）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收录欧美高校博硕士论文（文摘+部分全文）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国外学位论文中国集团全文检索平台（CALIS引进）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中文检索界面提供：基本检索、高级检索、分类导航检索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检索字段：题名、作者、导师、学校、学科、年份、摘要等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国外学位论文的检索（二）：开放获取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美国网络学位论文数字图书馆（NDLTD）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开放获取的全球学位论文联合目录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欧洲学位论文存储库（DART-Europe）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网址：dart-europe.org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由研究性图书馆和图书馆联盟建立的合作组织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提供来自29个欧洲国家570所大学的开放存取研究论文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开放获取论文可免费下载全文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学位论文检索案例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案例：检索2019～2021年某主题的学位论文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第一步：分析课题，确定检索词与时间范围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第二步：利用学位论文数据库的分类查询检索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时间设为2019～2021年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第三步：浏览结果，筛选相关论文，获取全文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第四步：跟踪论文的参考文献，扩展文献线索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二、会议文献检索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第六章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会议文献的含义与类型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会议文献（conference literature）：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各类学术会议的资料和出版物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包括学术报告、会议录、论文集等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会议信息：会议前后发布的消息（主题、时间、地点、参会人员）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按时间分：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会前文献：会议预告、预印本、会议论文摘要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会后文献：会议结束后正式发表的会议论文（最具价值）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包括会议录、会议论文集、汇编、会议出版物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会议文献的特点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新颖性强：首发最新研究成果与进展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时效性好：比期刊发表早，传播快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内容专深：面向同行专家，讨论深入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形式多样：会议录、论文集、期刊增刊、预印本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获取较难：出版分散，需专门数据库检索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一次文献为主，是重要的信息来源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国内会议文献的检索（一）：CNKI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中国重要会议论文全文数据库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网址：kns.cnki.net（dbcode=CIPD）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重点收录1999年以来：中国科协、社科联系统及省级以上学会协会、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高校、科研机构、政府机关等举办的重要会议文献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部分连续召开的重要会议论文回溯至1953年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产品分为十大专辑、168个专题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检索方式：一框式检索、高级检索、专业检索、文献分类检索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国内会议文献的检索（二）：万方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中国学术会议文献数据库（万方）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收录国内学术会议论文与会议信息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简单检索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会议导航浏览检索（按会议名称/时间浏览）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高级检索、专业检索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作者发文检索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用途：查会议论文全文、了解会议全貌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国外会议文献的检索（一）：CPCI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会议录引文索引（Conference Proceedings Citation Index，CPCI）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Web of Science平台的子库（原ISTP/ISSHP）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CPCI-S（科技）、CPCI-SSH（社科）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收录全球重要学术会议的会议录（摘要型）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在WoS平台“选择数据库”中勾选CPCI进行检索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可结合引文分析，评估会议文献的影响力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国外会议文献的检索（二）：IEEE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IEEE会议文献（IEEE Xplore平台）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网址：ieeexplore.ieee.org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收录1988年以来IEEE和英国IET出版的1700多种会议论文集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全世界公认的电气工程、计算机科学最重要的会议论文集来源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检索方式：基本检索、分类浏览检索、高级检索、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命令检索、引文检索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医学信息学、生物医学工程课题的重要来源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两类特种文献检索资源汇总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53949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国内资源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国外资源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学位论文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CNKI博硕士库、万方学位论文库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PQDT、NDLTD、DART-Europe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会议文献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CNKI会议库、万方会议库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CPCI、IEEE Xplore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检索要点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善用导师/单位字段与导航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注意会议名称与年份检索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学位论文：定义特点 → 国内（知网/万方）→ 国外（PQDT/开放获取）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会议文献：定义特点 → 国内（知网/万方会议库）→ 国外（CPCI/IEEE）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案例路径：资源选择 → 检索 → 结果获取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灰色文献特点决定了：需用专门的数据库与导航工具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任务：使用AI从学位论文和会议文献记录中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抽取题名、作者、机构、会议名称与关键词并分类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随机抽查原始记录，计算并记录抽取错误率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关注：AI是否混淆作者与导师、机构与会议主办方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目的：训练对AI结构化输出的抽样核验能力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整理国内外学位论文检索资源（列表）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整理国内外会议文献检索资源（列表）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上机：检索2022年护理学学科的会议情况，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列出会议名称、时间、地点及相关论文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AI拓展作业：抽查AI抽取的学位论文或会议文献字段并记录错误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本讲学习了学位论文与会议文献的特点与类型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掌握了国内外主要检索资源与方法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通过案例实践了完整检索路径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下一讲：专利、标准及其他特种文献检索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