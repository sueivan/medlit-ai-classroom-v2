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第八章 医学文献检索的应用 · 第一节/第二节（前半）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15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文献管理与科研论文选题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教材位置：第八章 医学文献检索的应用 · 第一节；第二节（前半）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导入问题：读了200篇文献，写论文时引文乱成一团怎么办？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文献管理软件 = 检索的“下游仓库”与写作的“引用引擎”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本讲主线：文献管理 → NoteExpress实操 → 论文类型 → 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了解医学文献管理及常用文献管理软件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掌握文献管理软件的主要操作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理解论文写作简介及科研论文选题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重点一：文献管理软件使用案例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重点二：新建数据库、在线检索、全文下载与论文写作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重点三：科研论文选题及其方法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难点一：文献管理软件各项操作的连续运用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难点二：文献管理与科研论文选题的衔接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一、常用医学文献管理软件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第八章 第一节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文献管理与常用软件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文献管理：对文献题录、全文、笔记的组织与利用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核心功能：收集 → 管理 → 分析 → 写作引用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常用软件：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EndNote：SCI（Thomson Scientific）官方软件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支持3000多种期刊参考文献格式及大量写作模板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NoteExpress：国产软件，中文文献支持好（本讲案例）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医学文献王：面向医学的专业软件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知网研学：与CNKI深度集成（推出时间短，英文导入待完善）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二、NoteExpress使用案例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以案例贯穿全部操作环节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6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NoteExpress 主界面与新建数据库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题录是NoteExpress管理文献的基本单位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题录 = 文献元数据字段信息 + 笔记 + 附件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元数据与笔记存储在数据库文件中，附件单独存于附件文件夹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新建数据库：菜单“数据库→新建数据库”，指定路径与附件文件夹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主界面：菜单栏 + 工具栏（数据库/智能更新/下载全文/引用/查重）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左侧目录树：文件夹（分类）+ 标签 + 智能文件夹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题录导入（一）：文件导入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文件夹导入：全文文件集中存储在同一根文件夹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（或按子文件夹分类管理）时建议使用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操作：题录→导入文件，选择文件夹，自动批量导入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导入内容为题录和附件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拖拽导入：全文文件分散存储在电脑不同位置时建议使用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操作：直接把文件拖入NoteExpress窗口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导入后建议：使用“查重”快速删除重复题录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题录导入（二）：数据库导出与查重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从数据库导出题录（如EndNote、NoteExpress、RIS格式）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在NoteExpress中“导入题录”完成收集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查重：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以相同检索式从不同数据库收集文献会出现重复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工具栏“查重”快速定位重复题录，批量删除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提高文献筛选效率（系统综述必备步骤）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建议：不同来源分文件夹存放，查重后再合并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在线检索与全文下载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在线检索：NoteExpress内置多个数据库接口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选择在线数据库（如知网、万方、PubMed）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在软件内直接检索并保存题录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全文下载：选中题录 →“下载全文”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选择全文数据库（系统全文库 / 我的全文库）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自动匹配下载PDF并挂接为附件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下载失败常见原因：无权限、网络、字段不全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文献阅读与管理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综述阅读界面：细节 / 预览 / 摘要 / 附件 / 笔记 / 位置等标签页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标记：星标 + 彩色旗帜（工具栏“标签标记”编辑）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标签：自定义标签，标签云列出全部标签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通过标签组合快速筛选题录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笔记：在题录下记录阅读心得，可插入到论文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高效习惯：边读边打标签、记笔记、标星分级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文献管理软件在论文写作中的应用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安装NoteExpress后，Word自动生成写作插件按钮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主要功能（以写作插件为例）：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转到NoteExpress：切换回主界面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选择引用：选中题录插入文中标引，自动编号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搜索引用：写作中直接搜索题录并引用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插入笔记：把题录笔记以正文形式插入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格式化：按样式生成文末参考文献列表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编辑引文 / 更新题录 / 定位 / 查找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样式：内置超过4000种输出规范，支持自定义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三、论文写作简介与科研论文选题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第八章 第二节（前半）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13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科研论文的概念与类型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科研论文：表述科学研究成果的论说性文章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按写作目的：学术论文（学位论文、期刊论文）、研究报告等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按研究方法：实验研究、调查研究、观察研究、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理论性研究、资料分析性研究（如Meta分析）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按资料来源：原始研究报告（一次文献）、综述（三次文献）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按研究内容：基础研究、临床研究、预防医学研究等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医学生常见任务：综述写作、学位论文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科研论文的选题原则（一）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创新性原则——科研的灵魂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选题应新颖、先进，能推动学科发展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应是国内外还没研究或未充分研究的问题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别人也在研究的问题，起点要高，站在学科前沿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在原有基础上有所发现，而非单纯重复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寻找学科交叉渗透产生的空白区、易被忽视的薄弱环节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科研论文的选题原则（二）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科学性原则——选题的基本依据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符合基本科学原理，有理论和实践基础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建立在总结前人实验结果和理论的基础上，不能“空想”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可行性原则——量力而行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主观：知识储备、技术能力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客观：设备条件、经费、时间、样本来源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实用性原则（效益性）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面向实际需求，解决临床与公共卫生问题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科研论文的选题方法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从文献空白点选题：阅读综述的“展望”部分，找未解决问题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从学术争议中选题：比较不同结论，设计验证性研究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从学科交叉处选题：交叉渗透的空白区创新空间大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从实际工作中选题：临床遇到的疑难问题、罕见病例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从指南更新与政策热点选题：如慢病管理、医防融合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检索支撑选题：查新（避免重复）、评估价值（发文趋势）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教材应用：利用SCI数据库热点论文与高被引论文选题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软件认识：EndNote / NoteExpress / 医学文献王 / 知网研学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建库导入：新建数据库 → 文件/拖拽导入 → 查重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检索管理：在线检索 → 全文下载 → 标记标签笔记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写作应用：选择引用 → 格式化 → 4000+样式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论文类型：目的 / 方法 / 资料来源 / 研究内容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选题：创新性、科学性、可行性、实用性 + 选题方法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任务：在文献管理流程中用AI辅助标签、主题归类和摘要提炼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必须保留原始题录与全文，核查AI提炼的关键信息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避免上传含个人隐私或未公开研究资料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记录：AI归类结果 vs 人工纠错记录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原则：AI做体力活，判断权留在作者手里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按顺序整理文献管理软件使用内容（流程图）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归纳科研论文选题原则与选题方法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上机：用NoteExpress建库导入20篇文献并查重、打标签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AI拓展作业：提交一份AI辅助文献归类结果及人工纠错记录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本讲学习了文献管理软件（以NoteExpress为例）的使用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认识了科研论文的概念与类型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掌握了选题原则与选题方法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下一讲：论文格式、写作中的文献检索与项目申报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