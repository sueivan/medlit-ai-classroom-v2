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251460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64592" cy="231343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718096"/>
                </a:solidFill>
                <a:latin typeface="微软雅黑"/>
              </a:rPr>
              <a:t>第七章 医学网络信息资源的检索 · 第三节/第四节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1965960" cy="7772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第 14 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999232"/>
            <a:ext cx="8321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临床医学资源与网络免费资源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224528"/>
            <a:ext cx="2926080" cy="4064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主讲：宁德师范学院医学院  苏裕盛  教授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普通高等教育医学类专业教材 · 科学出版社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授课时数：2学时（45分钟 × 2）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本讲定位与导入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教材位置：第七章 第三节常用临床医学信息资源；第四节网络免费资源检索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承接前讲：基础医学资源 → 临床与免费资源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导入问题：临床工作中快速获取可靠诊疗信息的途径有哪些？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没有数据库订阅权限时，如何合法获取免费学术资源？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教学目的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了解临床医学信息资源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认识内科学、外科学及其他临床医学资源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了解网络免费学术资源及常用医学网络免费资源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教学重点与难点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重点一：常用临床医学信息资源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重点二：内科学、外科学及其他资源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重点三：常用医学网络免费资源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难点一：临床医学信息资源的分类整理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难点二：临床资源与医学网络免费资源的辨析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3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一、常用临床医学信息资源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第七章 第三节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4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临床医学信息资源概述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临床医学信息资源：服务于临床诊疗的医学信息资源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教材分类框架：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综合临床资源网站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内科学资源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外科学资源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其他临床专科资源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特点：与临床决策直接相关，强调权威、及时、实用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循证医学资源（指南、系统评价）日益重要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5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综合临床资源（一）：MDLinx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MDLinx（mdlinx.com）：国际医学领域知名网站，1999年建立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信息选自可信度高、有影响力的医药学专业期刊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由医学专家定期推荐优秀文章，反映各学科最新进展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按专业分类提供最新可靠的文章与报告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Clinical Trials栏目：各学科临床试验导航系统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定位：临床医生获得医学信息资源的首选网站之一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6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综合临床资源（二）：默克诊疗手册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《默克诊疗手册》（merckmanuals.cn）：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世界上使用最广泛的医学参考书之一，100多年历史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1899年默克公司首次出版，最初服务于社区医生和药剂师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美国加拿大称《默克诊疗手册》，其他地区称《默沙东诊疗手册》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中文版可在线免费查阅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内容：疾病诊断与治疗的系统参考工具书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适合医学生系统复习临床知识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7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外科学资源（教材列举）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胸外科医师学会（STS，sts.org）：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胸外科专业领域老牌学会，学科发展作用重大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创伤网（trauma.org）：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1995年由国际创伤麻醉与急救协会等联合创办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宗旨：为临床医生、研究者、护理人员提供创伤外科最新信息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重视教育与社会服务功能，学习资源丰富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外科学资源特点：学会网站+手术视频+专科指南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8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其他临床资源（教材列举）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专业数据库特点：历史悠久、专业性强、学科内影响力大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Karger（karger.cn）：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S. Karger出版社，1890年创建于柏林，专注生物医学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每年出版90余种期刊和40余种丛书，质量较高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Thieme Connect（thieme-connect.com）：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德国最大医学出版社之一（1886年成立）的数据平台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领域：神经外科、医学影像、耳鼻喉、整形外科、药学等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内科学资源：以权威学会与期刊网站为主（详见教材）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9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二、网络免费资源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第七章 第四节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10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网络免费学术资源概述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网络免费学术资源：互联网上可免费获得的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具有学术研究价值的社会科学或自然科学电子资源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形式：数据库、电子图书、电子期刊、电子公告栏、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电子论坛、电子预印本系统、网上书店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政府、高校、信息中心、协会或组织网站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专家学者个人主页、博客等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网络免费医学信息资源：生物医学及相关领域的上述资源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类型：搜索引擎资源、开放存取资源、电子印本资源、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学术资源搜索门户网站、交互学习资源、消费者健康信息网站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11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免费资源（一）：Free Medical Journals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Free Medical Journals（freemedicaljournals.com）：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由Flying Publisher创建的免费全文期刊检索系统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目的：促进网上全文医学期刊的获取与利用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期刊按学科专业名称及刊名字母顺序排列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提供按分类和刊名检索途径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英语期刊前还列出该刊影响因子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用途：查找可免费获取全文的医学期刊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12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免费资源（二）：PMC公共医学中心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PMC（PubMed Central）：ncbi.nlm.nih.gov/pmc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美国NIH下属NLM与NCBI建立维护的免费数字化生物医学文献库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收录大量经同行评审的全文文献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与PubMed深度集成：检索结果中的免费全文链接直达PMC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部分受NIH资助的研究论文按规定存入PMC（公共获取政策）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无数据库订阅权限时获取英文全文的重要途径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13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免费资源（三）：其他渠道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DOAJ（开放获取期刊目录）：高质量OA期刊导航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预印本平台：medRxiv、bioRxiv（注意未经同行评审）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机构知识库：高校与科研机构自建库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图书馆资源：馆际互借与文献传递（合法渠道）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向作者索取：通过通讯作者邮箱礼貌请求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警示：避免使用盗版文献网站（Sci-Hub等版权风险）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14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临床资源与免费资源对照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201400" cy="2724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  <a:gridCol w="3733800"/>
              </a:tblGrid>
              <a:tr h="54498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维度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临床医学资源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网络免费资源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</a:tr>
              <a:tr h="54498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定位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服务临床诊疗决策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免费获取学术文献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4498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代表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MDLinx、默克手册、STS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PMC、Free Medical Journals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54498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内容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诊疗知识、指南、进展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期刊全文、OA资源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4498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注意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核实专业权威性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核实版权合法性、评审状态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15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课堂梳理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临床资源概述：范围与教材分类框架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专科资源：内科学 → 外科学 → 其他临床资源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免费学术资源：概述 → 常用医学免费资源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检索框架：临床资源概述—专科资源—其他资源—免费资源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两条铁律：权威优先、免费合法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16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AI赋能拓展（教材外）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任务：让AI生成临床医学与免费学术资源导航建议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学生逐一打开原网站核验：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资源是否真实存在、是否可访问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适用范围是否相符、信息更新时间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AI虚构网址与资源名称的情况并不少见，逐条验证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提交核验结果：真实可访问 / 已失效 / 不存在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17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课程作业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按内科学、外科学及其他类别整理临床医学资源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列出常用医学网络免费资源（列表）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上机：从心胸外科网站找一段心脏手术视频资料；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找出几个国外内科学医学网站；查找我国临床医学网站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AI拓展作业：核验AI推荐的临床或免费资源是否真实、可访问且适用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18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课程小结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本讲学习了常用临床医学信息资源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掌握了网络免费学术资源的主要类型与渠道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建立了“权威+合法”的资源使用观念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下一讲：医学文献检索的应用（文献管理软件与论文选题）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19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5176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谢谢聆听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医学文献检索实践 · 宁德师范学院医学院  苏裕盛  教授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