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191695" cy="251460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64592" cy="2313432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1E3A5F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898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718096"/>
                </a:solidFill>
                <a:latin typeface="微软雅黑"/>
              </a:rPr>
              <a:t>第七章 医学网络信息资源的检索 · 第一节/第二节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063240"/>
            <a:ext cx="1965960" cy="7772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</a:rPr>
              <a:t>第 13 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2999232"/>
            <a:ext cx="8321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1E3A5F"/>
                </a:solidFill>
                <a:latin typeface="微软雅黑"/>
              </a:rPr>
              <a:t>网络医学信息资源与搜索引擎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224528"/>
            <a:ext cx="2926080" cy="4064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2D3748"/>
                </a:solidFill>
                <a:latin typeface="微软雅黑"/>
              </a:rPr>
              <a:t>主讲：宁德师范学院医学院  苏裕盛  教授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718096"/>
                </a:solidFill>
                <a:latin typeface="微软雅黑"/>
              </a:rPr>
              <a:t>普通高等教育医学类专业教材 · 科学出版社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718096"/>
                </a:solidFill>
                <a:latin typeface="微软雅黑"/>
              </a:rPr>
              <a:t>授课时数：2学时（45分钟 × 2）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本讲定位与导入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教材位置：第七章 医学网络信息资源的检索 · 第一节；第二节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导入问题：除了数据库，互联网上还有哪些可信的医学信息？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搜索引擎那么方便，为什么还要学信息资源导航？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本讲主线：网络资源概述 → 医学网站 → 搜索引擎 → 基础医学资源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教学目的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理解网络信息资源及搜索引擎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掌握常用网络信息检索内容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了解常用基础医学信息资源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教学重点与难点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重点一：网络信息资源概述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重点二：搜索引擎及网络信息资源检索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重点三：常用基础医学信息资源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难点一：网络信息资源类型与检索方式的对应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难点二：基础医学信息资源的分类整理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3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606040"/>
            <a:ext cx="10058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88036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一、网络信息资源与搜索引擎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77639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8D4E4"/>
                </a:solidFill>
                <a:latin typeface="微软雅黑"/>
              </a:rPr>
              <a:t>第七章 第一节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9FB2C8"/>
                </a:solidFill>
                <a:latin typeface="微软雅黑"/>
              </a:rPr>
              <a:t>4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网络信息资源的定义与特点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网络信息资源（network information resources）：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通过计算机网络可以利用的各种信息资源的总和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以电子数据形式把文字、图像、声音、动画等存储于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光、磁等非纸介质，通过网络通信再现的资源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特点：数量庞大、包罗万象；更新快、时效强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类型多样、组织无序；质量参差不齐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网络学术信息资源：政府信息、科研信息、教育信息、文化信息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5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网络信息资源的类型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按加工与发布形式：直接原始资源（一次信息）与加工整理资源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按生产与发布主体：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政府资源（政策法规、统计数据）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科研机构与高校资源（科研信息）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企业资源（产品与市场信息）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按可利用程度与安全性：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正式出版物资源（期刊、数据库）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非正式资源（论坛、博客、社交媒体）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特色资源（灰色资源）：古籍特藏、学位论文、教学课件等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6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常用医学网站（一）：权威国际机构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美国国立卫生研究院（NIH）：nih.gov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美国医学研究与资助的联邦机构，医学研究权威信息源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美国国立医学图书馆（NLM）：nlm.nih.gov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世界最大的医学图书馆，PubMed、MedlinePlus等服务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世界卫生组织（WHO）：who.int（有中文页面）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全球卫生政策、统计与指南的权威发布机构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共同特点：政府/国际组织背景，信息权威、免费公开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7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常用医学网站（二）：专业平台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爱唯医学网（elseviemed.cn）：爱思唯尔医学网站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出版The Lancet、Cell等名刊与近2万种图书的资讯平台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中国中医药数据库检索系统（cintcm.com）：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中国中医科学院研制的多库融合平台（付费），40个库约110万条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公共卫生科学数据中心（phsciencedata.cn）：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中国疾控中心开发，60多个公卫数据库+公卫百科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使用原则：优先选择权威机构发布的信息源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8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搜索引擎的定义与组成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搜索引擎（search engine）：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广义：基于网络的信息查询系统（信息存取、组织与检索）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狭义：为搜索网络而设计的检索软件/系统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（如Robot、Spiders对互联网资源搜索组织并供检索）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组成：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搜索器（Spider/Robot）：抓取网页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索引器：建立索引数据库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检索器：匹配用户提问与索引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用户接口：检索界面与结果呈现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9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搜索引擎的类型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目录式搜索引擎：人工分类建立目录树，按类浏览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（如早期的雅虎、搜狐分类目录）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全文搜索引擎：对网页文字全面搜索，提取信息建库，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支持关键词检索（百度、谷歌）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元搜索引擎：无自建索引库，统一界面递交检索请求，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由多个成员引擎执行后集中呈现（“搜索引擎的搜索引擎”）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垂直搜索引擎：面向特定领域（如医学、化学药学）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10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常用搜索引擎（一）：百度与Medscape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百度（baidu.com）：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1999年底李彦宏、徐勇创建于硅谷，2000年在国内成立公司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我国最大的商业化全文搜索引擎，超过10亿中文网页数据库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Medscape（medscape.com）：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1994年研制、1995年6月投入使用，现属WebMD体系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全球领先的医学在线全文式站内搜索引擎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为医生与医疗保健专业人员提供最新医学信息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11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常用搜索引擎（二）：其他工具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国搜（chinaso.com）：七大新闻单位联合推出，权威性导向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搜狗（sogou.com）：搜狐2004年推出，网页+微信搜索特色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有道（youdao.com）：网易出品，词典翻译功能突出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必应（bing.com）：微软2009年推出，北美第二大，支持布尔逻辑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爱问（iask.sina.com.cn）：新浪互动问答平台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提示：普通搜索引擎适合日常信息，学术检索仍需专业数据库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12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医学专业检索入口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分类浏览：通过门户网站的树枝状索引逐层查找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（如搜狐健康→药品常识）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化学与药学搜索引擎：收录医药组织、政府机构网页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Pharm Web：1994年创建的世界著名药学综合网站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检索结果相关性好、可靠性高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学术搜索引擎：爱思唯尔搜索、CiteSeerX、SciSeek等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医学专业数据库：Rxlist（美国处方药物索引，5000种以上药物）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TOXNET（NLM化合物毒性数据库系列，含9个数据库）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CancerLit（NCI癌症文献题录库）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13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606040"/>
            <a:ext cx="10058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88036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二、常用基础医学信息资源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77639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8D4E4"/>
                </a:solidFill>
                <a:latin typeface="微软雅黑"/>
              </a:rPr>
              <a:t>第七章 第二节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9FB2C8"/>
                </a:solidFill>
                <a:latin typeface="微软雅黑"/>
              </a:rPr>
              <a:t>14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基础医学信息资源概述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基础医学资源：服务于基础医学教学与研究的网络资源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包括学会组织、教学资源、专业数据库、学科网站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利用思路：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按学科定位（解剖/生理/病理/微生物…）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按资源类型（学会/数据库/教学/导航）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评价标准：权威性、专业性、更新度、可及性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15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基础医学综合资源（教材列举）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基础医学教学资源网：basicmed.com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金叶天盛医学导航（基础医学网址大全）：meddir.cn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医学论坛网基础医学频道：cmt.com.cn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医学全在线：qikan.med126.com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中国健康网：69jk.cn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首席医学网：9med.net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用途：快速找到学科入口，再顺藤摸瓜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16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国际学术组织资源（教材列举）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美国生理学会（APS）：physiology.org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1887年创建，非营利组织，万余名会员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出版14种专业期刊及丛书，涵盖生理学全部主题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美国病理医师学会（CAP）：cap.org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世界上最大的病理医师联合会，1500多个会员及实验室团体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致力于临床实验室标准化，实验室质量保证的领导者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利用价值：学会网站提供标准、指南与继续教育资源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17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基础医学学科资源（教材列举）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解剖学类：中国解剖网；中国数字化可视人体数据库；骨外在线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病理学类：中国病理生理学会；华夏病理；病理学园地；中华病理技术网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微生物学类：中科院微生物研究所；中国典型培养物保藏中心；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中国科普博览微生物馆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检索建议：按学科归类收藏，注意核实网站资质与更新时间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18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课堂梳理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资源特点与类型：定义 → 分类（加工形式/主体/可利用度）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医学网站：NIH、NLM、WHO等权威机构优先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搜索引擎：目录式/全文式/元搜索/垂直，四大组成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基础医学资源：综合导航 → 学会组织 → 学科网站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总原则：网络信息必须评价后使用（来源、时间、证据）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19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AI赋能拓展（教材外）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任务：就同一医学问题比较AI回答与NIH、NLM、WHO网站信息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核查项：作者、发布日期、原文链接和证据来源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评价AI回答的可追溯性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完成一份AI回答与权威医学网站的来源核查表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关注：AI是否给出可验证的出处，还是“无来源断言”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20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课程作业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整理网络信息资源的相关内容（定义、特点、类型）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列出本章介绍的常用基础医学信息资源（分类列表）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上机：用专业搜索引擎完成一个药学主题检索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AI拓展作业：完成一份AI回答与权威医学网站的来源核查表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21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课程小结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本讲学习了网络信息资源的概念、类型与特点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认识了常用医学网站与四类搜索引擎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梳理了常用基础医学信息资源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下一讲：临床医学资源与网络免费资源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22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651760"/>
            <a:ext cx="10058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926080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谢谢聆听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114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8D4E4"/>
                </a:solidFill>
                <a:latin typeface="微软雅黑"/>
              </a:rPr>
              <a:t>医学文献检索实践 · 宁德师范学院医学院  苏裕盛  教授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