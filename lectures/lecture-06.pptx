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251460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64592" cy="2313432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718096"/>
                </a:solidFill>
                <a:latin typeface="微软雅黑"/>
              </a:rPr>
              <a:t>第三章 常用全文数据库的检索 · 第二节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1965960" cy="7772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第 06 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999232"/>
            <a:ext cx="8321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外文全文数据库检索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224528"/>
            <a:ext cx="2926080" cy="4064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主讲：宁德师范学院医学院  苏裕盛  教授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普通高等教育医学类专业教材 · 科学出版社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授课时数：2学时（45分钟 × 2）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本讲定位与导入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教材位置：第三章 第二节 常用外文全文数据库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本讲对象：EBSCOhost、SpringerLink、ScienceDirect、ProQuest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导入问题：查英文文献，为什么谷歌学术不能替代专业数据库？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共同学习线索：入口—规则—检索—结果处理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教学目的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了解常用外文全文数据库的资源构成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掌握EBSCOhost、SpringerLink、ScienceDirect与ProQuest的检索方法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掌握外文全文数据库检索结果的处理与输出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教学重点与难点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重点一：EBSCOhost检索规则与方法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重点二：SpringerLink与ScienceDirect的浏览、检索及结果输出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重点三：ProQuest检索方法与结果处理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难点一：四种外文全文数据库检索规则的辨析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难点二：浏览、检索、筛选与输出功能的综合运用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3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本讲内容提纲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一、EBSCOhost：选择库、规则、基本/高级/主题/出版物检索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二、SpringerLink：浏览与检索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三、ScienceDirect：检索规则与高级检索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四、ProQuest：数据库与检索方法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4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一、EBSCOhost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 EBSCO Publishing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5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EBSCOhost 概况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EBSCO Publishing是EBSCO Industries的业务部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全面负责文献信息相关产品和服务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EBSCOhost是平台，其上运行多个自有与代理数据库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医学相关：MEDLINE（文摘）、CINAHL（护理）、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Health Source系列、Academic Search系列等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特点：一平台多库，可跨库检索，也可单库检索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6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EBSCOhost 检索规则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布尔逻辑：AND / OR / NOT，可用括号组配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通配符：? 替代单个字符（wom?n）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截词符：* 替代任意字符（pharmaco*）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精确检索：双引号“…”作短语检索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字段限定：TI title、AB abstract、AU author 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特殊限制条件：用于不同子数据库的设置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7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EBSCOhost 检索界面与选库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首页构成：通用工具区 + 检索区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选择数据库：点击检索框上方“选择数据库”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勾选库名左侧“□”即选定，点击“确定”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可同时勾选多个库进行跨库检索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教材示例：在MEDLINE中检索高血压血液黏度的文献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操作：选择数据库 → 勾选MEDLINE → 输入检索词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8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EBSCOhost 检索方式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基本检索：单框输入检索词或检索式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高级检索：多行检索框，逐行选字段与逻辑关系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主题检索（Thesaurus/Subject）：规范主题词检索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出版物检索（Publications）：按刊名浏览期刊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引文检索（Cited References）：参考文献检索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图像检索、索引浏览等辅助功能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9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EBSCOhost 结果处理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结果列表：显示题录，可切换详细/简洁格式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左侧精炼：全文、年份、期刊、学科等限制条件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添加至文件夹：暂存题录，便于批量输出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输出：打印、电子邮件、保存、导出（含参考文献管理格式）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HTML/PDF全文阅读与下载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教材示例：检索2019年以来动物糖尿病文献（限定同行评审+年份）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10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二、SpringerLink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 Springer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11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SpringerLink 概况与浏览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SpringerLink：施普林格出版社的在线平台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资源：期刊、图书、丛书、参考工具书、协议等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Lecture Notes系列（如LNCS计算机科学）13000种以上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期刊文章回溯记录超过200万条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浏览途径：按学科主题、按出版物类型浏览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12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SpringerLink 检索与结果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简单检索：主页默认检索框，检索词可为词、词组或检索式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系统在“全文”字段内检索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高级检索：字段组合（题名/摘要/作者/DOI等）+ 逻辑关系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结果处理：按内容类型、学科、年份筛选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输出：题录导出、PDF全文下载（订阅范围内）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界面语言可切换，检索词不区分大小写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13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三、ScienceDirect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 Elsevier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14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ScienceDirect 概况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Elsevier（爱思唯尔）旗下全文平台，收录期刊数千种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含The Lancet、Cell等著名期刊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资源：期刊、图书、参考工具书（含药学百科等）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浏览途径：学科主题浏览、出版物标题字序浏览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15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ScienceDirect 检索规则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快速检索：首页检索框，默认在全部字段检索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高级检索：多字段组合（题名/摘要/关键词/作者/期刊等）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特殊字符支持：希腊字母等需转写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检索Ω：输入omega，系统检索omega及符号Ω、ω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布尔逻辑AND/OR/NOT，支持截词与短语检索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可限定年份范围、文献类型、学科等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高级检索各检索项：查标题、查参考书目、ISBN/ISSN等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16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ScienceDirect 结果处理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结果列表：题录+摘要预览，可展开查看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筛选：按年份、内容类型、期刊/图书分类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排序：按相关度、日期等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输出：导出题录（RIS/文本）、PDF下载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期刊列表：查看检索结果的来源期刊分布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推荐功能：相关文献推荐（您可能也喜欢…）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17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四、ProQuest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 ProQuest LLC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18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ProQuest 概况与常用医学库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ProQuest：综合性信息供应商，收录期刊、报纸、学位论文等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常用医学数据库：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Health &amp; Medical Collection（保健医学合集）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MEDLINE（文摘）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ProQuest博硕士论文全文数据库（PQDT）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国外学位论文中国集团全文检索平台（CALIS引进）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19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ProQuest 检索方法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基本检索：输入检索词，支持自然语言检索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高级检索：多行字段组合 + 逻辑关系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主题词检索：ProQuest叙词检索，规范主题概念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出版物检索：按刊名/出版物浏览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布尔逻辑、截词、短语等规则与其他平台类似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教材示例对比：基本检索命中34篇 vs 主题词检索命中1篇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启示：主题词检索查准率高，配合自由词可兼顾查全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20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ProQuest 结果处理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结果筛选：全文、年份、来源类型、学科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可勾选记录，批量输出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输出：打印、邮件、导出（RIS等）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全文获取：HTML/PDF，标注“本文在出版商处的全文”链接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学位论文全文库：按需获取，注意格式（PDF扫描版）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21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四库比较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201400" cy="2724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350"/>
                <a:gridCol w="2800350"/>
                <a:gridCol w="2800350"/>
                <a:gridCol w="2800350"/>
              </a:tblGrid>
              <a:tr h="54498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平台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出版商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特色资源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检索特色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</a:tr>
              <a:tr h="54498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EBSCOhost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EBSCO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一平台多库（MEDLINE等）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选库检索、主题词检索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4498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SpringerLink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Springer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图书+期刊+丛书（LNCS）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按学科浏览、简单检索默认全文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54498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ScienceDirect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Elsevier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Lancet/Cell等著名期刊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高级检索字段丰富、特殊字符转写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4498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ProQuest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ProQuest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学位论文全文（PQDT）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自然语言、主题词检索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035040"/>
            <a:ext cx="11201400" cy="4114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 wrap="square"/>
          <a:lstStyle/>
          <a:p>
            <a:pPr algn="ctr"/>
            <a:r>
              <a:rPr sz="1250" b="1">
                <a:solidFill>
                  <a:srgbClr val="B7791F"/>
                </a:solidFill>
                <a:latin typeface="微软雅黑"/>
              </a:rPr>
              <a:t>※ 共性：布尔逻辑+字段限定+结果精炼；差异：资源类型与界面组织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22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课堂梳理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记录四平台的入口、规则、检索方式和结果处理功能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共同路径：选库/选入口 → 构造检索 → 精炼结果 → 输出全文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选择建议：期刊论文ScienceDirect/SpringerLink，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综合与护理EBSCOhost，学位论文ProQuest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全文获取依赖机构订阅，文摘库+全文链接是常态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23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AI赋能拓展（教材外）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任务：使用AI辅助中英文概念转换和跨库检索式改写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分别适配EBSCOhost、SpringLink、ScienceDirect、ProQuest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不得直接照搬未经测试的语法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逐库实测：字段名、运算符、主题词是否匹配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提交四库检索式改写与实际语法核验记录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897880"/>
            <a:ext cx="11201400" cy="47548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109728" rIns="109728" wrap="square"/>
          <a:lstStyle/>
          <a:p>
            <a:pPr algn="ctr"/>
            <a:r>
              <a:rPr sz="1300" b="1">
                <a:solidFill>
                  <a:srgbClr val="B7791F"/>
                </a:solidFill>
                <a:latin typeface="微软雅黑"/>
              </a:rPr>
              <a:t>※ AI给出的“通用语法”常有平台差异，实测是唯一标准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24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课程作业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整理四种外文全文数据库的检索入口与方法（对照表）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比较其检索结果筛选和输出方式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上机：完成一个自选主题的四库检索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AI拓展作业：提交一个主题的四库检索式改写与实际语法核验记录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25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课程小结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本讲学习了四种外文全文数据库的检索方法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掌握了浏览、检索、筛选与输出的综合运用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建立了跨平台比较的视角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下一讲：文摘型数据库（CBM与PubMed）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26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5176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谢谢聆听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医学文献检索实践 · 宁德师范学院医学院  苏裕盛  教授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