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第五章 常用引文数据库的检索 · 第一至第三节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09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引文数据库检索（一）：CSCD与Web of Science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教材位置：第五章 常用引文数据库的检索 · 第一至第三节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导入问题：如何知道一篇论文被谁引用了？如何评价一本期刊的学术地位？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引文数据库：从“内容”检索升级到“关系”检索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本讲路径：概念 → CSCD → Web of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理解引文相关概念、引文索引和影响因子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掌握中国科学引文数据库（CSCD）的检索及结果处理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掌握Web of Science平台的检索功能与结果处理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重点一：引文索引与影响因子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重点二：CSCD检索功能、结果处理与案例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重点三：Web of Science检索、精练、可视化分析与引文跟踪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难点一：引文相关概念及影响因子的理解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难点二：引文检索、来源文献检索和结果分析的综合运用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一、引文数据库中的基本概念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第五章 第一节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引文相关概念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引文（citation）：又称被引文献、被引证文献、被引用文献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指一篇学术论文引用的参考文献，以脚注或尾注形式出现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引证文献（citing article）：又称引用文献、施引文献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指引用了参考文献的文献；一篇引证文献可有多篇参考文献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来源文献（source article）：引文数据库中收录的文献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文献的引用与被引用信息均源自来源文献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引文索引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引文索引：按文献之间引用关系组织的索引系统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1963年《科学引文索引》（SCI）创立引文索引方法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功能价值：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从文献相互联系和影响了解学科的继承与发展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分析、追踪热点研究领域，判断科学发展宏观态势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三种检索视角：查某文献的参考文献（回溯）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查某文献被谁引用（追踪）、查相关文献（扩展）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影响因子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期刊影响因子（IF）：衡量期刊影响力的核心指标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目前英文期刊最常用的是科睿唯安期刊引证报告（JCR）公布的IF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计算：某刊2019年IF =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该刊2017、2018两年论文在2019年被引总数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÷ 该刊2017、2018两年刊载论文总数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解读：篇均被引水平的近似，比较需在同领域内进行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注意：IF是期刊指标，不能直接等同于单篇论文质量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二、中国科学引文数据库（CSCD）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第五章 第二节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8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CSCD 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中国科学引文数据库（Chinese Science Citation Database，CSCD）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创建于1989年，由中国科学院文献情报中心研制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收录我国数学、物理、化学、天文学、地学、生物学、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农林科学、医药卫生等领域的中英文科技期刊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被誉为“中国的SCI”，来源期刊经严格遴选（核心库/扩展库）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检索平台：中国科学文献服务系统（www.sciencechina.cn）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亦可在Web of Science平台“选择数据库”中检索CSCD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CSCD 检索功能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三大检索功能：简单检索、高级检索、来源期刊检索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简单检索与高级检索均可对两类对象检索：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来源文献检索：检索数据库收录的文献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引文检索：检索被引用情况（系统默认引文检索）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高级检索：字段+布尔连接符构造检索式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例：被引作者=“钱学森” AND 被引来源=地理学报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CSCD 引文检索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引文检索字段：被引作者、被引第一作者、被引来源、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被引机构、被引实验室、被引文献主编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行间用“与”“或”进行逻辑组配，可“+”增加检索行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检索词添加引号“”区分精确检索与模糊检索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例：“钱学森”（精确）+ 地理学报（模糊）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可限定论文发表时间及论文被引时间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CSCD 来源文献检索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检索字段：作者、第一作者、题名、刊名、ISSN、文摘、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机构、第一机构、关键词、基金名称、实验室、ORCID等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操作方法与引文检索类似，构造检索式检索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结果处理：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点击字段栏实现排序（含被引频次排序）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点击“详细信息”查看文献详情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点击被引频次数字可查看该文献的施引文献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CSCD 结果处理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结果限定：从被引出处、年代、作者3方面限定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二次检索：从结果界面下方选择字段再筛选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结果显示与排序：点击字段栏排序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结果输出5种方式：Email、打印、下载、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输出引文格式、保存到EndNote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检索结果分析：可分析字段包括来源、年代、作者和学科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以图表形式展现检索结果的分布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引文分析报告：查看文献被引情况（每年被引文献数等）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CSCD 检索案例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案例：检索钟南山院士作为第一作者的慢阻肺研究文献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分析其被引情况，找出被引次数最高的文献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第一步：课题分析——作者“钟南山”+主题“慢阻肺”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第二步：数据库选择——题目指定CSCD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第三步：确定检索途径——关键词、作者、被引作者途径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第四步：执行检索——来源文献检索的高级检索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第五步：结果分析——按被引频次排序，点击查看施引文献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三、Web of Science平台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第五章 第三节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15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WoS 平台概况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Web of Science：科睿唯安（Clarivate）的引文索引平台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核心合集（Web of Science Core Collection）：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SCI-E（科学引文索引扩展）、SSCI（社会科学）、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A&amp;HCI（艺术人文）、CPCI-S/CPCI-SSH（会议录）、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BKCI（图书引文）、ESCI（新兴来源）等子库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网址：www.webofscience.com，提供中文界面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受IP地址控制，单位订购用户可访问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WoS 检索功能（一）：基本与高级检索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检索前：打开“选择数据库”下拉菜单，选择核心合集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基本检索：主题(TS)、作者(AU)、出版物名称(SO)等字段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主题字段：同时在题名、摘要、关键词、Keywords Plus中检索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高级检索：字段代码+布尔逻辑构造检索式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例：TS=(lung cancer) AND AU=(zhang y)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时间跨度：可限定年份范围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注意：不同字段的取值规范（作者姓在前、名缩写在后）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WoS 检索功能（二）：引文检索与其他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被引参考文献检索（Cited Reference Search）：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输入被引作者、被引著作、被引年份，查找引用它的文献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可处理引文变体（卷页差异）的选择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作者检索（Author Search）：辨识同名作者，查看学者档案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化学结构检索（结构式）等特色功能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创建检索历史，保存检索式（需注册账号）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WoS 结果处理（一）：显示与精练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结果显示：摘要格式、篇数统计（来自核心合集的出版物数）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结果精练（Refine）：按文献类型、研究方向、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作者、来源出版物、机构、国家/地区等精练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可二次精练，逐步聚焦目标文献集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排序：按被引频次、相关度、发表时间等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出版商处的全文：链接获取全文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WoS 结果处理（二）：分析与跟踪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引文报告（Citation Report）：总被引、篇均被引、h指数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每年发文与被引趋势图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结果分析（Analyze Results）：作者、机构、国家、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来源出版物、研究方向等字段的排名分析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可视化分析（各种图表呈现分布）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引文跟踪（Create Citation Alert）：设置引文提醒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新引用发生时自动邮件通知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输出：打印、导出题录（EndNote等格式）、保存到文献库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WoS 检索案例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案例思路：某研究方向的国际热点分析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第一步：主题检索构造检索式（TS字段+布尔逻辑）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第二步：结果精练（文献类型=Article、时间范围）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第三步：按被引频次排序，浏览高被引论文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第四步：结果分析（国家/机构/作者分布）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第五步：创建引文跟踪，持续跟进新引用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提早访问年份：作品已通过同行评审可引用，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但尚未分配卷号/期号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CSCD 与 WoS 比较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CSCD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Web of Science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收录范围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中国科技期刊（中英文）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全球期刊、会议录、图书等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检索入口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简单/高级（来源文献+引文）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基本/高级/被引参考文献检索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结果分析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来源、年代、作者、学科分析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多字段排名分析+引文报告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引文跟踪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Create Citation Alert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获取方式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sciencechina.cn 或 WoS平台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webofscience.com（IP控制）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概念链：引文—引证文献—来源文献—引文索引—影响因子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CSCD：中文科技引文检索的主力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WoS：国际引文检索与科研评价的标准平台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共同套路：检索 → 精练 → 分析 → 跟踪 → 输出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评价应用：期刊影响（IF）、学者影响力（h指数）、机构产出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23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任务：使用AI辅助归纳CSCD与WoS结果中的研究主题和引文关系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但所有被引、施引、引文报告和可视化结论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均须返回平台原始记录核查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核查要点：被引次数是否一致、施引文献是否真实存在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AI常见的引文幻觉：编造论文、张冠李戴的引用关系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24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整理引文相关概念、引文索引和影响因子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比较CSCD与Web of Science的检索及结果处理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上机：检索本校（或自选学者）近5年发文的被引情况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AI拓展作业：选取一组引文结果，核对AI归纳与平台原始记录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25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本讲学习了引文数据库的基本概念（引文/引证/来源文献、IF）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掌握了CSCD的来源文献检索与引文检索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掌握了WoS的检索、精练、可视化分析与引文跟踪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下一讲：引文分析评价工具（JCR、ESI、InCites）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26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