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第二章 医学文献的特点及检索基础 · 第一节/第二节（前半）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03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医学文献与检索基础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教材位置：第二章 医学文献的特点及检索基础（第一节；第二节前半）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本讲范围：医学文献概况 → 文献类型 → 检索语言 → 检索途径 → 检索技术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导入问题：检索一个课题，为什么有人10分钟命中，有人1小时无果？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关键在：认识文献 + 表达特征 + 选对途径 + 用好技术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了解医学文献的特点、发展趋势与类型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掌握检索语言及其内部、外部特征分类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掌握常用检索途径与检索技术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重点一：医学文献的类型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重点二：主题、分类、题名与著者检索语言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重点三：常用检索途径与检索技术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难点一：医学文献不同分类方式的辨析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难点二：检索语言、检索途径与检索技术之间的区分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本讲内容提纲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一、医学文献的特点与发展趋势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二、医学文献的类型（载体 / 出版 / 加工深度）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三、检索语言（内部特征 / 外部特征）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四、检索途径（主题、分类、著者、题名、引文…）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五、检索技术（布尔、截词、位置、精确…）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一、医学文献的特点与发展趋势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第二章 第一节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医学文献的特点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数量庞大，增长迅速：全球生物医学文献年产出以百万计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内容交叉渗透：基础—临床—预防交叉，学科边界模糊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时效性强，老化加快：知识更新周期不断缩短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文种多样，分布分散：多语种、多载体、多平台分布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质量参差不齐：正式发表与预印本、网络信息并存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对医学生意味着：必须掌握高效检索与评价技能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医学文献的发展趋势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出版载体：印刷型 → 电子型、网络化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出版模式：开放获取（OA）快速发展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出版速度：在线优先出版、预印本普及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文献形态：文本 → 多媒体、数据文献、增强出版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检索方式：数据库检索 → 智能检索、AI辅助检索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二、医学文献的类型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三种分类视角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按载体形式划分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印刷型文献：纸质书刊，便于阅读，不便共享与检索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电子型文献：数据库、电子期刊，检索便捷、共享性强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声像型文献（视听型）：以磁性、感光材料为介质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包括录音资料、录像资料、音像资料（唱片、影片、幻灯片）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短视频与流媒体使其成为重要信息来源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缩微型文献：缩微胶片、缩微平片（历史过渡载体）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按出版类型划分（一）：图书与期刊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图书：内容系统成熟，出版周期长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用于系统学习背景知识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期刊：连续出版、周期短、内容新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医学期刊是获取前沿研究证据的最主要来源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核心期刊：某一学科水平较高、影响较大的期刊群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按出版类型划分（二）：特种文献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特种文献：出版发行或获取途径较为特殊的文献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会议论文：学术会议上首次提交，展示最新成果（一次文献）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专利文献：记载发明创造，技术细节完整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标准文献：技术规定，具法律效力，时效性强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学位论文：独创性强、论述详细，一般不公开发表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还包括：科技报告、政府出版物、产品资料等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特点：数量庞大、内容广泛、参考价值高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按加工深度划分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4498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定义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举例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零次文献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未经发表或未进入社会交流的最原始文献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书信、手稿、笔记、实验记录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一次文献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作者原创的、首次发表的研究成果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期刊论文、学位论文、会议论文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二次文献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对一次文献进行加工整理的检索工具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目录、索引、文摘、数据库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三次文献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利用一次文献综合分析而成的成果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综述、述评、百科全书、教科书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 wrap="square"/>
          <a:lstStyle/>
          <a:p>
            <a:pPr algn="ctr"/>
            <a:r>
              <a:rPr sz="1250" b="1">
                <a:solidFill>
                  <a:srgbClr val="B7791F"/>
                </a:solidFill>
                <a:latin typeface="微软雅黑"/>
              </a:rPr>
              <a:t>※ 检索的对象是一次文献，检索依靠的是二次文献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三、检索语言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表达文献特征的规范化语言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检索语言的概念与总体分类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检索语言：描述文献特征、用于检索的规范化标识系统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描述文献内部特征（内容特征）：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分类语言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主题语言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描述文献外部特征（形式特征）：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题名语言、著者语言、号码语言（ISBN/ISSN/专利号）等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作用：使标引与检索用词一致，保证检索的准确性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分类语言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按学科体系组织文献的等级标识系统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按编制原理分3类：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体系分类法：层层隶属、详细列举的等级体系（应用最广）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分面分类法：多维度组配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半分面分类法：两者结合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典型代表：《中国图书馆分类法》（《中图法》）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5个基本部类、22个大类，我国使用最广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其他：《杜威十进制分类法》《美国国会图书馆分类法》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主题语言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以语词作为标识，按主题组织文献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标题词语言：规范化的固定词组，先组式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叙词语言：规范化的动态词表，可组配（如MeSH）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关键词语言：从文献抽取，属自然语言，查准受影响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关键词检索方便；主题词检索更准确、可扩检缩检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医学实例：MeSH主题词表（PubMed、CBM均使用）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描述外部特征的检索语言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题名语言：以文献题名中的词作为标识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著者语言：以著者姓名（含团体著者）作为标识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号码语言：ISBN（图书）、ISSN（期刊）、专利号、标准号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特点：标识唯一、查准率高，但依赖已知线索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适用场景：已知某篇文献，需要定位原文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四、检索途径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检索系统提供的检索入口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常用检索途径一览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5125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途径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依据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特点与适用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主题途径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主题词/关键词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最常用，适合按内容概念检索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分类途径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分类号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按学科体系浏览，族性检索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著者途径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著者姓名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跟踪某学者/团队的研究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题名途径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文献题名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已知线索时精确定位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512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引文途径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参考文献关系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顺藤摸瓜，追溯与扩展检索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5125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号码途径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ISBN/ISSN/专利号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唯一标识，快速定位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 wrap="square"/>
          <a:lstStyle/>
          <a:p>
            <a:pPr algn="ctr"/>
            <a:r>
              <a:rPr sz="1250" b="1">
                <a:solidFill>
                  <a:srgbClr val="B7791F"/>
                </a:solidFill>
                <a:latin typeface="微软雅黑"/>
              </a:rPr>
              <a:t>※ 检索途径在数据库中表现为对特定字段的检索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五、常用检索技术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构造检索式的技术手段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布尔逻辑检索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逻辑与 AND（*）：缩小范围，提高查准率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例：糖尿病 AND 二甲双胍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逻辑或 OR（+）：扩大范围，提高查全率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例：心肌梗死 OR 心梗 OR 心肌梗塞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逻辑非 NOT（-）：排除概念，须谨慎使用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例：肿瘤 NOT 良性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运算优先级：NOT &gt; AND &gt; OR，可用括号改变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截词检索与通配符检索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截词符 * ：替代任意个数字符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例：pharmaco* → pharmacology / pharmacotherapy 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右截断最常用，可提高查全率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通配符 ? ：替代单个字符（不同系统符号不同）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例：wom?n → woman / women；胃?癌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注意：各数据库符号规定不同，使用前查帮助文档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位置检索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位置检索：用位置运算符规定检索词的相对位置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词序：检索词之间的先后顺序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词距：检索词之间的距离（间隔词数/字符数）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相邻（near / n）：两词接近，语义关系紧密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例：cell NEAR/3 therapy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价值：两个词的相邻程度反映语义关系的紧密程度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比AND更精细，可显著提高查准率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精确检索与字段限定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短语检索“…”：把检索词作为不可分割的词组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例：“心力衰竭” ≠ 心力 AND 衰竭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字段限定：把检索限制在特定字段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例：aspirin[Title]、作者[著者]、py=2023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加权检索：重要词加权，提高相关度排序质量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技术组合使用：布尔 + 截词 + 字段限定 = 完整检索式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课堂梳理：四层对应关系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认识文献：类型（载体/出版/加工深度）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表达特征：检索语言（内部/外部）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选择入口：检索途径（主题/分类/著者/题名/引文）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构造式子：检索技术（布尔/截词/位置/精确/限定）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一句话：用规范语言表达文献特征，选对入口，用好技术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任务：输入一个医学主题，让AI生成同义词、上位词、下位词及主题词候选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学生用教材的检索语言分类法对AI输出分类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到数据库词表（如MeSH、主题词表）核验候选词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记录AI漏掉的规范主题词与错误的层级关系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目的：把AI当“脑暴工具”，词表才是“裁判”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整理医学文献的类型（三种分类方式各列一表）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比较描述文献内部与外部特征的检索语言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列出常用检索途径与检索技术，并各举一例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AI拓展作业：提交AI生成检索词候选、人工分类与数据库词表核验结果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本讲学习了医学文献的特点、发展趋势与类型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掌握了检索语言的内外部特征分类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梳理了常用检索途径与检索技术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建立了“文献—语言—途径—技术”的对应框架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下一讲：检索步骤与检索结果评价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